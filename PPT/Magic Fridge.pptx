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02916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544262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07432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4023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197365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027030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481536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331077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305703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áma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588684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316438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4153722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3736447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 idézet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97244893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gaz vagy ham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4474475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4110810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EEE99-8E01-453E-BB84-C9CA0F55D998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772446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14FEEE99-8E01-453E-BB84-C9CA0F55D998}" type="datetimeFigureOut">
              <a:rPr lang="hu-HU" smtClean="0"/>
              <a:t>2026. 03. 03.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B8AB4D9E-37C3-41D4-8106-BC897EB4319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028634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37DB2E2-A9EF-46D6-87EE-4320B0440C5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hu-HU" b="1" dirty="0" err="1">
                <a:solidFill>
                  <a:schemeClr val="bg2"/>
                </a:solidFill>
              </a:rPr>
              <a:t>Magic</a:t>
            </a:r>
            <a:r>
              <a:rPr lang="hu-HU" b="1" dirty="0">
                <a:solidFill>
                  <a:schemeClr val="bg2"/>
                </a:solidFill>
              </a:rPr>
              <a:t> </a:t>
            </a:r>
            <a:r>
              <a:rPr lang="hu-HU" b="1" dirty="0" err="1">
                <a:solidFill>
                  <a:schemeClr val="bg2"/>
                </a:solidFill>
              </a:rPr>
              <a:t>Fridge</a:t>
            </a:r>
            <a:br>
              <a:rPr lang="hu-HU" dirty="0"/>
            </a:br>
            <a:r>
              <a:rPr lang="hu-HU" dirty="0">
                <a:solidFill>
                  <a:srgbClr val="7030A0"/>
                </a:solidFill>
              </a:rPr>
              <a:t>Intelligens hűtő- és kamrakezelő rendszer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28B5F30B-1C06-4AFF-BE8B-C33F9B5FDA0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b="1" dirty="0">
                <a:solidFill>
                  <a:srgbClr val="000000"/>
                </a:solidFill>
              </a:rPr>
              <a:t>Készítette:</a:t>
            </a:r>
            <a:br>
              <a:rPr lang="hu-HU" dirty="0">
                <a:solidFill>
                  <a:srgbClr val="000000"/>
                </a:solidFill>
              </a:rPr>
            </a:br>
            <a:r>
              <a:rPr lang="hu-HU" i="1" dirty="0" err="1">
                <a:solidFill>
                  <a:srgbClr val="000000"/>
                </a:solidFill>
              </a:rPr>
              <a:t>Sutús</a:t>
            </a:r>
            <a:r>
              <a:rPr lang="hu-HU" i="1" dirty="0">
                <a:solidFill>
                  <a:srgbClr val="000000"/>
                </a:solidFill>
              </a:rPr>
              <a:t> Róbert</a:t>
            </a:r>
            <a:br>
              <a:rPr lang="hu-HU" i="1" dirty="0">
                <a:solidFill>
                  <a:srgbClr val="000000"/>
                </a:solidFill>
              </a:rPr>
            </a:br>
            <a:r>
              <a:rPr lang="hu-HU" i="1" dirty="0">
                <a:solidFill>
                  <a:srgbClr val="000000"/>
                </a:solidFill>
              </a:rPr>
              <a:t>Udvari Dominik</a:t>
            </a:r>
          </a:p>
          <a:p>
            <a:endParaRPr lang="hu-HU" dirty="0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AAA27651-720A-4BA7-80AF-9C64E40261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67" y="-8466"/>
            <a:ext cx="903213" cy="872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794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F4D97FC-C81F-4ADB-A60E-335A38317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Problémafelvetés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87A28B3-A76D-4329-BC9E-A53E15965A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b="1" dirty="0"/>
              <a:t>Milyen problémára ad megoldást a rendszer?</a:t>
            </a:r>
            <a:endParaRPr lang="hu-HU" dirty="0"/>
          </a:p>
          <a:p>
            <a:pPr lvl="1"/>
            <a:r>
              <a:rPr lang="hu-HU" dirty="0">
                <a:solidFill>
                  <a:srgbClr val="000000"/>
                </a:solidFill>
              </a:rPr>
              <a:t>Élelmiszer-pazarlás csökkentése</a:t>
            </a:r>
          </a:p>
          <a:p>
            <a:pPr lvl="1"/>
            <a:r>
              <a:rPr lang="hu-HU" dirty="0">
                <a:solidFill>
                  <a:srgbClr val="000000"/>
                </a:solidFill>
              </a:rPr>
              <a:t>Jogosultságok kezelése</a:t>
            </a:r>
          </a:p>
          <a:p>
            <a:pPr lvl="1"/>
            <a:r>
              <a:rPr lang="hu-HU" dirty="0">
                <a:solidFill>
                  <a:srgbClr val="000000"/>
                </a:solidFill>
              </a:rPr>
              <a:t>Automatikus bevásárlólista</a:t>
            </a:r>
          </a:p>
          <a:p>
            <a:pPr lvl="1"/>
            <a:r>
              <a:rPr lang="hu-HU" dirty="0">
                <a:solidFill>
                  <a:srgbClr val="000000"/>
                </a:solidFill>
              </a:rPr>
              <a:t>Recept -&gt; raktár összevetés</a:t>
            </a:r>
          </a:p>
          <a:p>
            <a:endParaRPr lang="hu-HU" dirty="0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ABF9A374-A833-427F-8C5F-25EEBC9D50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67" y="-8466"/>
            <a:ext cx="903213" cy="872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82134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43268F3-665C-4D52-AC4D-5798A3CC2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Megoldás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B1B53DB-E20D-48F2-90AC-7278A59467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b="1" dirty="0" err="1"/>
              <a:t>Magic</a:t>
            </a:r>
            <a:r>
              <a:rPr lang="hu-HU" b="1" dirty="0"/>
              <a:t> </a:t>
            </a:r>
            <a:r>
              <a:rPr lang="hu-HU" b="1" dirty="0" err="1"/>
              <a:t>Fridge</a:t>
            </a:r>
            <a:r>
              <a:rPr lang="hu-HU" b="1" dirty="0"/>
              <a:t> – a „megoldás”</a:t>
            </a:r>
            <a:endParaRPr lang="hu-HU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hu-HU" dirty="0">
                <a:solidFill>
                  <a:srgbClr val="000000"/>
                </a:solidFill>
              </a:rPr>
              <a:t>Háztartás + Raktár + Bevásárlólista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dirty="0">
                <a:solidFill>
                  <a:srgbClr val="000000"/>
                </a:solidFill>
              </a:rPr>
              <a:t>Automatikus logika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dirty="0">
                <a:solidFill>
                  <a:srgbClr val="000000"/>
                </a:solidFill>
              </a:rPr>
              <a:t>Több felhasználós működés</a:t>
            </a:r>
          </a:p>
          <a:p>
            <a:endParaRPr lang="hu-HU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CCDE3D8B-872D-4D6D-939F-B2396429F1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67" y="-8466"/>
            <a:ext cx="903213" cy="872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8683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AC98F82-9057-4B7D-85E4-971D48F3A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Architektúra áttekintés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9B8CCEE-BBE1-4FB8-9D14-F1FB329BDF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b="1" dirty="0"/>
              <a:t>Architektúra összeállítása:</a:t>
            </a:r>
            <a:endParaRPr lang="hu-HU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hu-HU" dirty="0">
                <a:solidFill>
                  <a:srgbClr val="000000"/>
                </a:solidFill>
              </a:rPr>
              <a:t>Frontend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dirty="0">
                <a:solidFill>
                  <a:srgbClr val="000000"/>
                </a:solidFill>
              </a:rPr>
              <a:t>Backend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dirty="0">
                <a:solidFill>
                  <a:srgbClr val="000000"/>
                </a:solidFill>
              </a:rPr>
              <a:t>Adatbázis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dirty="0" err="1">
                <a:solidFill>
                  <a:srgbClr val="000000"/>
                </a:solidFill>
              </a:rPr>
              <a:t>Middleware</a:t>
            </a:r>
            <a:r>
              <a:rPr lang="hu-HU" dirty="0">
                <a:solidFill>
                  <a:srgbClr val="000000"/>
                </a:solidFill>
              </a:rPr>
              <a:t> védelem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dirty="0">
                <a:solidFill>
                  <a:srgbClr val="000000"/>
                </a:solidFill>
              </a:rPr>
              <a:t>Külső API integráció</a:t>
            </a:r>
          </a:p>
          <a:p>
            <a:endParaRPr lang="hu-HU" dirty="0"/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8C018E19-8D24-45E2-9106-A1B38623CA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67" y="-8466"/>
            <a:ext cx="903213" cy="872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18481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BEBE6DC-DF52-43FD-8ADC-AE4170A654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Főbb modulok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628FCB4-1578-4901-8A3D-8A7CB04091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Rendszer funkciók: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dirty="0">
                <a:solidFill>
                  <a:srgbClr val="000000"/>
                </a:solidFill>
              </a:rPr>
              <a:t>Auth (regisztráció / login / logout)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dirty="0">
                <a:solidFill>
                  <a:srgbClr val="000000"/>
                </a:solidFill>
              </a:rPr>
              <a:t>Raktár kezelése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dirty="0">
                <a:solidFill>
                  <a:srgbClr val="000000"/>
                </a:solidFill>
              </a:rPr>
              <a:t>Bevásárlólista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dirty="0">
                <a:solidFill>
                  <a:srgbClr val="000000"/>
                </a:solidFill>
              </a:rPr>
              <a:t>Recept ellenőrzés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dirty="0">
                <a:solidFill>
                  <a:srgbClr val="000000"/>
                </a:solidFill>
              </a:rPr>
              <a:t>Háztartás kezelés</a:t>
            </a:r>
          </a:p>
          <a:p>
            <a:pPr lvl="1"/>
            <a:endParaRPr lang="hu-HU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7D86D52B-A7AA-4976-BE82-FE6AA03536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67" y="-8466"/>
            <a:ext cx="903213" cy="872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62191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2893BF7-BD23-41AF-8D7B-2AF76957C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Bevásárlólista logika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765E1B2-375A-4284-8AE3-A7AEDB8D31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Fő lépések: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dirty="0">
                <a:solidFill>
                  <a:srgbClr val="000000"/>
                </a:solidFill>
              </a:rPr>
              <a:t>Elem listázása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dirty="0">
                <a:solidFill>
                  <a:srgbClr val="000000"/>
                </a:solidFill>
              </a:rPr>
              <a:t>Elemszám ellenőrzés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dirty="0">
                <a:solidFill>
                  <a:srgbClr val="000000"/>
                </a:solidFill>
              </a:rPr>
              <a:t>Hiány listázás</a:t>
            </a:r>
          </a:p>
          <a:p>
            <a:endParaRPr lang="hu-HU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DFD8F10B-87AC-4134-A140-06053C8C7E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67" y="-8466"/>
            <a:ext cx="903213" cy="872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3822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91BD9F3-6937-47BC-8429-B98D246CD4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Recept → készlet összehasonlítás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6162B03-F2C5-4E22-A064-F67F3C4301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1082D8D0-0171-42A2-8393-3126257C7B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67" y="-8466"/>
            <a:ext cx="903213" cy="872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97612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ED8A353-8955-4523-9045-1B8E71C219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087952A-AB13-47A2-9D29-B134F37974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27408281"/>
      </p:ext>
    </p:extLst>
  </p:cSld>
  <p:clrMapOvr>
    <a:masterClrMapping/>
  </p:clrMapOvr>
</p:sld>
</file>

<file path=ppt/theme/theme1.xml><?xml version="1.0" encoding="utf-8"?>
<a:theme xmlns:a="http://schemas.openxmlformats.org/drawingml/2006/main" name="Szelet">
  <a:themeElements>
    <a:clrScheme name="1. egyéni séma">
      <a:dk1>
        <a:srgbClr val="146194"/>
      </a:dk1>
      <a:lt1>
        <a:srgbClr val="7030A0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Szelet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Szelet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TM02900771[[fn=Szelet]]</Template>
  <TotalTime>0</TotalTime>
  <Words>100</Words>
  <Application>Microsoft Office PowerPoint</Application>
  <PresentationFormat>Szélesvásznú</PresentationFormat>
  <Paragraphs>33</Paragraphs>
  <Slides>8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8</vt:i4>
      </vt:variant>
    </vt:vector>
  </HeadingPairs>
  <TitlesOfParts>
    <vt:vector size="12" baseType="lpstr">
      <vt:lpstr>Arial</vt:lpstr>
      <vt:lpstr>Century Gothic</vt:lpstr>
      <vt:lpstr>Wingdings 3</vt:lpstr>
      <vt:lpstr>Szelet</vt:lpstr>
      <vt:lpstr>Magic Fridge Intelligens hűtő- és kamrakezelő rendszer</vt:lpstr>
      <vt:lpstr>Problémafelvetés</vt:lpstr>
      <vt:lpstr>Megoldás</vt:lpstr>
      <vt:lpstr>Architektúra áttekintés</vt:lpstr>
      <vt:lpstr>Főbb modulok</vt:lpstr>
      <vt:lpstr>Bevásárlólista logika</vt:lpstr>
      <vt:lpstr>Recept → készlet összehasonlítás</vt:lpstr>
      <vt:lpstr>PowerPoint-bemutató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Magic Fridge Intelligens hűtő- és kamrakezelő rendszer</dc:title>
  <dc:creator>Udvari Dominik</dc:creator>
  <cp:lastModifiedBy>Udvari Dominik</cp:lastModifiedBy>
  <cp:revision>3</cp:revision>
  <dcterms:created xsi:type="dcterms:W3CDTF">2026-03-03T09:18:03Z</dcterms:created>
  <dcterms:modified xsi:type="dcterms:W3CDTF">2026-03-03T09:33:57Z</dcterms:modified>
</cp:coreProperties>
</file>