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8" r:id="rId12"/>
    <p:sldId id="270" r:id="rId13"/>
    <p:sldId id="272" r:id="rId14"/>
    <p:sldId id="274" r:id="rId15"/>
    <p:sldId id="275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91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442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74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023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973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70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815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3107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057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8868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164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5372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3644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724489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47447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11081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724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FEEE99-8E01-453E-BB84-C9CA0F55D998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2863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F37DB2E2-A9EF-46D6-87EE-4320B0440C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4000" b="1" dirty="0" err="1">
                <a:solidFill>
                  <a:schemeClr val="tx2"/>
                </a:solidFill>
              </a:rPr>
              <a:t>Magic</a:t>
            </a:r>
            <a:r>
              <a:rPr lang="hu-HU" sz="4000" b="1" dirty="0">
                <a:solidFill>
                  <a:schemeClr val="tx2"/>
                </a:solidFill>
              </a:rPr>
              <a:t> </a:t>
            </a:r>
            <a:r>
              <a:rPr lang="hu-HU" sz="4000" b="1" dirty="0" err="1">
                <a:solidFill>
                  <a:schemeClr val="tx2"/>
                </a:solidFill>
              </a:rPr>
              <a:t>Fridge</a:t>
            </a:r>
            <a:r>
              <a:rPr lang="hu-HU" dirty="0"/>
              <a:t/>
            </a:r>
            <a:br>
              <a:rPr lang="hu-HU" dirty="0"/>
            </a:br>
            <a:r>
              <a:rPr lang="hu-HU" sz="4000" b="1" dirty="0"/>
              <a:t>Intelligens hűtő- és kamrakezelő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xmlns="" id="{28B5F30B-1C06-4AFF-BE8B-C33F9B5FDA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Készítette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  <a:r>
              <a:rPr dirty="0"/>
              <a:t/>
            </a:r>
            <a:br>
              <a:rPr dirty="0"/>
            </a:br>
            <a:r>
              <a:rPr lang="hu-HU" dirty="0"/>
              <a:t>	</a:t>
            </a:r>
            <a:r>
              <a:rPr sz="2000" i="1" dirty="0" err="1">
                <a:solidFill>
                  <a:schemeClr val="bg1">
                    <a:lumMod val="50000"/>
                  </a:schemeClr>
                </a:solidFill>
              </a:rPr>
              <a:t>Sutús</a:t>
            </a:r>
            <a:r>
              <a:rPr sz="2000" i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i="1" dirty="0" err="1">
                <a:solidFill>
                  <a:schemeClr val="bg1">
                    <a:lumMod val="50000"/>
                  </a:schemeClr>
                </a:solidFill>
              </a:rPr>
              <a:t>Róbert</a:t>
            </a:r>
            <a:r>
              <a:rPr i="1" dirty="0">
                <a:solidFill>
                  <a:schemeClr val="bg1">
                    <a:lumMod val="50000"/>
                  </a:schemeClr>
                </a:solidFill>
              </a:rPr>
              <a:t/>
            </a:r>
            <a:br>
              <a:rPr i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hu-HU" i="1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sz="2000" i="1" dirty="0">
                <a:solidFill>
                  <a:schemeClr val="bg1">
                    <a:lumMod val="50000"/>
                  </a:schemeClr>
                </a:solidFill>
              </a:rPr>
              <a:t>Udvari Dominik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xmlns="" id="{AAA27651-720A-4BA7-80AF-9C64E40261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47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xmlns="" id="{D84BE393-950C-4DFB-8153-B5F0BBEF4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272" y="2102394"/>
            <a:ext cx="4961727" cy="250971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xmlns="" id="{AF4D97FC-C81F-4ADB-A60E-335A38317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7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Problémafelvetés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D87A28B3-A76D-4329-BC9E-A53E1596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000" dirty="0"/>
              <a:t> </a:t>
            </a:r>
            <a:r>
              <a:rPr lang="hu-HU" sz="2000" b="1" dirty="0">
                <a:solidFill>
                  <a:schemeClr val="bg1">
                    <a:lumMod val="50000"/>
                  </a:schemeClr>
                </a:solidFill>
              </a:rPr>
              <a:t>Segítségünk az emberek illetve családok számára.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/>
            <a:r>
              <a:rPr sz="2000" dirty="0"/>
              <a:t> </a:t>
            </a:r>
            <a:r>
              <a:rPr sz="2000" dirty="0" err="1"/>
              <a:t>Élelmiszer-pazarlás</a:t>
            </a:r>
            <a:r>
              <a:rPr sz="2000" dirty="0"/>
              <a:t> </a:t>
            </a:r>
            <a:r>
              <a:rPr sz="2000" dirty="0" err="1"/>
              <a:t>csökkentése</a:t>
            </a:r>
            <a:r>
              <a:rPr sz="2000" dirty="0"/>
              <a:t> -&gt; </a:t>
            </a:r>
            <a:r>
              <a:rPr sz="2000" dirty="0" err="1"/>
              <a:t>Hamarosan</a:t>
            </a:r>
            <a:r>
              <a:rPr sz="2000" dirty="0"/>
              <a:t> </a:t>
            </a:r>
            <a:r>
              <a:rPr sz="2000" dirty="0" err="1"/>
              <a:t>lejáró</a:t>
            </a:r>
            <a:r>
              <a:rPr sz="2000" dirty="0"/>
              <a:t> </a:t>
            </a:r>
            <a:r>
              <a:rPr sz="2000" dirty="0" err="1"/>
              <a:t>termékekre</a:t>
            </a:r>
            <a:r>
              <a:rPr sz="2000" dirty="0"/>
              <a:t> </a:t>
            </a:r>
            <a:r>
              <a:rPr sz="2000" dirty="0" err="1"/>
              <a:t>való</a:t>
            </a:r>
            <a:r>
              <a:rPr sz="2000" dirty="0"/>
              <a:t> </a:t>
            </a:r>
            <a:r>
              <a:rPr sz="2000" dirty="0" err="1"/>
              <a:t>figyelemfelhívás</a:t>
            </a:r>
            <a:endParaRPr sz="2000" dirty="0"/>
          </a:p>
          <a:p>
            <a:pPr lvl="1"/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bevásárlólista</a:t>
            </a:r>
            <a:endParaRPr sz="2000" dirty="0"/>
          </a:p>
          <a:p>
            <a:pPr lvl="1"/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-&gt; </a:t>
            </a:r>
            <a:r>
              <a:rPr sz="2000" dirty="0" err="1"/>
              <a:t>raktár</a:t>
            </a:r>
            <a:r>
              <a:rPr sz="2000" dirty="0"/>
              <a:t> </a:t>
            </a:r>
            <a:r>
              <a:rPr sz="2000" dirty="0" err="1"/>
              <a:t>összevetés</a:t>
            </a:r>
            <a:endParaRPr sz="2000" dirty="0"/>
          </a:p>
          <a:p>
            <a:pPr lvl="1"/>
            <a:endParaRPr lang="hu-HU" dirty="0">
              <a:solidFill>
                <a:srgbClr val="000000"/>
              </a:solidFill>
            </a:endParaRP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xmlns="" id="{ABF9A374-A833-427F-8C5F-25EEBC9D50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13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243268F3-665C-4D52-AC4D-5798A3CC2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7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Megoldás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CB1B53DB-E20D-48F2-90AC-7278A5946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Magic Fridge – a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megoldás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 err="1" smtClean="0"/>
              <a:t>Háztartás</a:t>
            </a:r>
            <a:r>
              <a:rPr sz="2000" dirty="0" smtClean="0"/>
              <a:t> </a:t>
            </a:r>
            <a:endParaRPr lang="hu-HU" sz="2000" dirty="0" smtClean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 err="1" smtClean="0"/>
              <a:t>Raktár</a:t>
            </a:r>
            <a:endParaRPr lang="hu-HU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 err="1" smtClean="0"/>
              <a:t>Bevásárlólista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 err="1" smtClean="0"/>
              <a:t>Automatikus</a:t>
            </a:r>
            <a:r>
              <a:rPr sz="2000" dirty="0" smtClean="0"/>
              <a:t> </a:t>
            </a:r>
            <a:r>
              <a:rPr sz="2000" dirty="0" err="1"/>
              <a:t>logika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 err="1" smtClean="0"/>
              <a:t>Több</a:t>
            </a:r>
            <a:r>
              <a:rPr sz="2000" dirty="0" smtClean="0"/>
              <a:t> </a:t>
            </a:r>
            <a:r>
              <a:rPr sz="2000" dirty="0" err="1"/>
              <a:t>felhasználós</a:t>
            </a:r>
            <a:r>
              <a:rPr sz="2000" dirty="0"/>
              <a:t> </a:t>
            </a:r>
            <a:r>
              <a:rPr sz="2000" dirty="0" err="1"/>
              <a:t>működés</a:t>
            </a:r>
            <a:endParaRPr sz="2000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xmlns="" id="{CCDE3D8B-872D-4D6D-939F-B2396429F1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xmlns="" id="{DBE09674-D80B-4C28-8C28-D999A6BA6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113" y="327690"/>
            <a:ext cx="3099022" cy="228850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xmlns="" id="{36BD642E-2512-44DA-ACDB-DE70918F47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5135" y="618482"/>
            <a:ext cx="2559639" cy="19977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xmlns="" id="{3F043C30-21D5-47E4-B1FA-E30EEF83A6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5291" y="2616199"/>
            <a:ext cx="3158949" cy="228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83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0AC98F82-9057-4B7D-85E4-971D48F3A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67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Architektúra áttekintés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E9B8CCEE-BBE1-4FB8-9D14-F1FB329BD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Architektúra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összeállítása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programunkban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  <a:endParaRPr lang="hu-HU" b="1" dirty="0">
              <a:solidFill>
                <a:schemeClr val="bg1">
                  <a:lumMod val="50000"/>
                </a:schemeClr>
              </a:solidFill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Frontend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Adatbázis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Middleware </a:t>
            </a:r>
            <a:r>
              <a:rPr sz="2000" dirty="0" err="1"/>
              <a:t>védelem</a:t>
            </a:r>
            <a:endParaRPr sz="2000" b="1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Külső</a:t>
            </a:r>
            <a:r>
              <a:rPr sz="2000" dirty="0"/>
              <a:t> API </a:t>
            </a:r>
            <a:r>
              <a:rPr sz="2000" dirty="0" err="1"/>
              <a:t>integráció</a:t>
            </a:r>
            <a:r>
              <a:rPr sz="2000" dirty="0"/>
              <a:t>(</a:t>
            </a:r>
            <a:r>
              <a:rPr sz="2000" dirty="0" err="1"/>
              <a:t>receptekhez</a:t>
            </a:r>
            <a:r>
              <a:rPr sz="2000" dirty="0"/>
              <a:t> </a:t>
            </a:r>
            <a:r>
              <a:rPr sz="2000" dirty="0" err="1"/>
              <a:t>való</a:t>
            </a:r>
            <a:r>
              <a:rPr sz="2000" dirty="0"/>
              <a:t> </a:t>
            </a:r>
            <a:r>
              <a:rPr sz="2000" dirty="0" err="1"/>
              <a:t>hozzáférés</a:t>
            </a:r>
            <a:r>
              <a:rPr sz="2000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Adatszerkezet</a:t>
            </a:r>
            <a:endParaRPr sz="2000" dirty="0"/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xmlns="" id="{8C018E19-8D24-45E2-9106-A1B38623C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xmlns="" id="{83983435-DA29-4720-812D-4906ACE391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40" y="1113641"/>
            <a:ext cx="1171914" cy="182015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xmlns="" id="{E945A3CB-8276-4B91-B4D9-22D7D5E1CC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3669" y="488039"/>
            <a:ext cx="2284522" cy="1820150"/>
          </a:xfrm>
          <a:prstGeom prst="rect">
            <a:avLst/>
          </a:prstGeom>
        </p:spPr>
      </p:pic>
      <p:pic>
        <p:nvPicPr>
          <p:cNvPr id="4" name="Kép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6908" y="2569418"/>
            <a:ext cx="2903407" cy="392049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xmlns="" id="{D84BE393-950C-4DFB-8153-B5F0BBEF4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60" y="1102384"/>
            <a:ext cx="2781057" cy="140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481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2BEBE6DC-DF52-43FD-8ADC-AE4170A6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lang="hu-HU" sz="4000" b="1" dirty="0"/>
              <a:t>Főbb modulok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A628FCB4-1578-4901-8A3D-8A7CB0409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Rendszer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funkciók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Auth (</a:t>
            </a:r>
            <a:r>
              <a:rPr sz="2000" dirty="0" err="1"/>
              <a:t>regisztráció</a:t>
            </a:r>
            <a:r>
              <a:rPr sz="2000" dirty="0"/>
              <a:t> / login / logout)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Raktár</a:t>
            </a:r>
            <a:r>
              <a:rPr sz="2000" dirty="0"/>
              <a:t> </a:t>
            </a:r>
            <a:r>
              <a:rPr sz="2000" dirty="0" err="1"/>
              <a:t>kezelése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Bevásárlólista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ellenőrzés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Háztartás</a:t>
            </a:r>
            <a:r>
              <a:rPr sz="2000" dirty="0"/>
              <a:t> </a:t>
            </a:r>
            <a:r>
              <a:rPr sz="2000" dirty="0" err="1"/>
              <a:t>kezelés</a:t>
            </a:r>
            <a:endParaRPr sz="2000" dirty="0"/>
          </a:p>
          <a:p>
            <a:pPr lvl="1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xmlns="" id="{7D86D52B-A7AA-4976-BE82-FE6AA03536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xmlns="" id="{22E1B217-BBD8-4CC1-BF8B-CA58FFB05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619" y="499535"/>
            <a:ext cx="1791807" cy="35179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xmlns="" id="{A06BBBEF-98E1-4BF6-8762-8941F378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3426" y="499535"/>
            <a:ext cx="3731478" cy="3000142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xmlns="" id="{95F5C76B-D9C5-4760-8415-D5585D01D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426" y="3499677"/>
            <a:ext cx="3745502" cy="271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21917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12893BF7-BD23-41AF-8D7B-2AF76957C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39355"/>
            <a:ext cx="8534400" cy="1507067"/>
          </a:xfrm>
        </p:spPr>
        <p:txBody>
          <a:bodyPr/>
          <a:lstStyle/>
          <a:p>
            <a:r>
              <a:rPr lang="hu-HU" sz="4000" b="1" dirty="0"/>
              <a:t>Bevásárlólista logika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xmlns="" id="{9765E1B2-375A-4284-8AE3-A7AEDB8D3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Fő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000" b="1" dirty="0" err="1">
                <a:solidFill>
                  <a:schemeClr val="bg1">
                    <a:lumMod val="50000"/>
                  </a:schemeClr>
                </a:solidFill>
              </a:rPr>
              <a:t>lépések</a:t>
            </a:r>
            <a:r>
              <a:rPr sz="2000" b="1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Elem </a:t>
            </a:r>
            <a:r>
              <a:rPr sz="2000" dirty="0" err="1"/>
              <a:t>listázása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Elemszám</a:t>
            </a:r>
            <a:r>
              <a:rPr sz="2000" dirty="0"/>
              <a:t> </a:t>
            </a:r>
            <a:r>
              <a:rPr sz="2000" dirty="0" err="1"/>
              <a:t>ellenőrzés</a:t>
            </a:r>
            <a:endParaRPr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sz="2000" dirty="0"/>
              <a:t> </a:t>
            </a:r>
            <a:r>
              <a:rPr sz="2000" dirty="0" err="1"/>
              <a:t>Hiány</a:t>
            </a:r>
            <a:r>
              <a:rPr sz="2000" dirty="0"/>
              <a:t> </a:t>
            </a:r>
            <a:r>
              <a:rPr sz="2000" dirty="0" err="1"/>
              <a:t>listázás</a:t>
            </a:r>
            <a:endParaRPr sz="2000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xmlns="" id="{DFD8F10B-87AC-4134-A140-06053C8C7E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xmlns="" id="{76F26A6F-168D-42B5-B76A-A5C1EFC67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614" y="1020808"/>
            <a:ext cx="6847602" cy="1038288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xmlns="" id="{99DFC7C0-1914-4953-8F92-B8B45D8BA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614" y="2059096"/>
            <a:ext cx="6847602" cy="58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2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xmlns="" id="{747DB0FE-6E96-4C4D-AC6D-21137E7F39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247" y="499535"/>
            <a:ext cx="2901615" cy="19344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Célközönség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Családok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többfős</a:t>
            </a:r>
            <a:r>
              <a:rPr sz="2000" dirty="0"/>
              <a:t> </a:t>
            </a:r>
            <a:r>
              <a:rPr sz="2000" dirty="0" err="1"/>
              <a:t>háztartások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Diákok</a:t>
            </a:r>
            <a:r>
              <a:rPr sz="2000" dirty="0"/>
              <a:t> / </a:t>
            </a:r>
            <a:r>
              <a:rPr sz="2000" dirty="0" err="1"/>
              <a:t>közös</a:t>
            </a:r>
            <a:r>
              <a:rPr sz="2000" dirty="0"/>
              <a:t> </a:t>
            </a:r>
            <a:r>
              <a:rPr sz="2000" dirty="0" err="1"/>
              <a:t>albérletek</a:t>
            </a:r>
            <a:endParaRPr sz="2000" dirty="0"/>
          </a:p>
          <a:p>
            <a:r>
              <a:rPr lang="hu-HU" dirty="0"/>
              <a:t> </a:t>
            </a:r>
            <a:r>
              <a:rPr sz="2000" dirty="0" err="1"/>
              <a:t>Elfoglalt</a:t>
            </a:r>
            <a:r>
              <a:rPr sz="2000" dirty="0"/>
              <a:t> </a:t>
            </a:r>
            <a:r>
              <a:rPr sz="2000" dirty="0" err="1"/>
              <a:t>emberek</a:t>
            </a:r>
            <a:r>
              <a:rPr sz="2000" dirty="0"/>
              <a:t> </a:t>
            </a:r>
            <a:r>
              <a:rPr sz="2000" dirty="0" err="1"/>
              <a:t>akik</a:t>
            </a:r>
            <a:r>
              <a:rPr sz="2000" dirty="0"/>
              <a:t> </a:t>
            </a:r>
            <a:r>
              <a:rPr sz="2000" dirty="0" err="1"/>
              <a:t>rendszerezni</a:t>
            </a:r>
            <a:r>
              <a:rPr sz="2000" dirty="0"/>
              <a:t> </a:t>
            </a:r>
            <a:r>
              <a:rPr sz="2000" dirty="0" err="1"/>
              <a:t>szeretnék</a:t>
            </a:r>
            <a:r>
              <a:rPr sz="2000" dirty="0"/>
              <a:t> </a:t>
            </a:r>
            <a:r>
              <a:rPr sz="2000" dirty="0" err="1"/>
              <a:t>az</a:t>
            </a:r>
            <a:r>
              <a:rPr sz="2000" dirty="0"/>
              <a:t> </a:t>
            </a:r>
            <a:r>
              <a:rPr sz="2000" dirty="0" err="1"/>
              <a:t>élelmiszereket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Fenntarthatóság</a:t>
            </a:r>
            <a:r>
              <a:rPr sz="2000" dirty="0"/>
              <a:t> </a:t>
            </a:r>
            <a:r>
              <a:rPr sz="2000" dirty="0" err="1"/>
              <a:t>iránt</a:t>
            </a:r>
            <a:r>
              <a:rPr sz="2000" dirty="0"/>
              <a:t> </a:t>
            </a:r>
            <a:r>
              <a:rPr sz="2000" dirty="0" err="1"/>
              <a:t>érdeklődő</a:t>
            </a:r>
            <a:r>
              <a:rPr sz="2000" dirty="0"/>
              <a:t> </a:t>
            </a:r>
            <a:r>
              <a:rPr sz="2000" dirty="0" err="1"/>
              <a:t>felhasználók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Felhasználói</a:t>
            </a:r>
            <a:r>
              <a:rPr sz="4000" b="1" dirty="0"/>
              <a:t> </a:t>
            </a:r>
            <a:r>
              <a:rPr sz="4000" b="1" dirty="0" err="1"/>
              <a:t>folyamat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regisztrál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belép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a </a:t>
            </a:r>
            <a:r>
              <a:rPr sz="2000" dirty="0" err="1"/>
              <a:t>hűtőhöz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kamrához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figyeli</a:t>
            </a:r>
            <a:r>
              <a:rPr sz="2000" dirty="0"/>
              <a:t> a </a:t>
            </a:r>
            <a:r>
              <a:rPr sz="2000" dirty="0" err="1"/>
              <a:t>mennyiséget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lejárati</a:t>
            </a:r>
            <a:r>
              <a:rPr sz="2000" dirty="0"/>
              <a:t> </a:t>
            </a:r>
            <a:r>
              <a:rPr sz="2000" dirty="0" err="1"/>
              <a:t>időt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Hiányzó</a:t>
            </a:r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automatikusan</a:t>
            </a:r>
            <a:r>
              <a:rPr sz="2000" dirty="0"/>
              <a:t> </a:t>
            </a:r>
            <a:r>
              <a:rPr sz="2000" dirty="0" err="1"/>
              <a:t>bevásárlólistára</a:t>
            </a:r>
            <a:r>
              <a:rPr sz="2000" dirty="0"/>
              <a:t> </a:t>
            </a:r>
            <a:r>
              <a:rPr sz="2000" dirty="0" err="1"/>
              <a:t>kerülnek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Raktár</a:t>
            </a:r>
            <a:r>
              <a:rPr sz="4000" b="1" dirty="0"/>
              <a:t> </a:t>
            </a:r>
            <a:r>
              <a:rPr sz="4000" b="1" dirty="0" err="1"/>
              <a:t>kezelés</a:t>
            </a:r>
            <a:r>
              <a:rPr sz="4000" b="1" dirty="0"/>
              <a:t> </a:t>
            </a:r>
            <a:r>
              <a:rPr sz="4000" b="1" dirty="0" err="1"/>
              <a:t>működése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Termék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</a:t>
            </a:r>
            <a:r>
              <a:rPr sz="2000" dirty="0" err="1"/>
              <a:t>névvel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mennyiséggel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Lejárati</a:t>
            </a:r>
            <a:r>
              <a:rPr sz="2000" dirty="0"/>
              <a:t> </a:t>
            </a:r>
            <a:r>
              <a:rPr sz="2000" dirty="0" err="1"/>
              <a:t>idő</a:t>
            </a:r>
            <a:r>
              <a:rPr sz="2000" dirty="0"/>
              <a:t> </a:t>
            </a:r>
            <a:r>
              <a:rPr sz="2000" dirty="0" err="1"/>
              <a:t>rögzítése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Termék</a:t>
            </a:r>
            <a:r>
              <a:rPr sz="2000" dirty="0"/>
              <a:t> </a:t>
            </a:r>
            <a:r>
              <a:rPr sz="2000" dirty="0" err="1"/>
              <a:t>frissítése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törlése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figyelmeztetés</a:t>
            </a:r>
            <a:r>
              <a:rPr sz="2000" dirty="0"/>
              <a:t> </a:t>
            </a:r>
            <a:r>
              <a:rPr sz="2000" dirty="0" err="1"/>
              <a:t>lejárat</a:t>
            </a:r>
            <a:r>
              <a:rPr sz="2000" dirty="0"/>
              <a:t> </a:t>
            </a:r>
            <a:r>
              <a:rPr sz="2000" dirty="0" err="1"/>
              <a:t>előtt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Recept</a:t>
            </a:r>
            <a:r>
              <a:rPr sz="4000" b="1" dirty="0"/>
              <a:t> </a:t>
            </a:r>
            <a:r>
              <a:rPr sz="4000" b="1" dirty="0" err="1"/>
              <a:t>ellenőrzés</a:t>
            </a:r>
            <a:r>
              <a:rPr sz="4000" b="1" dirty="0"/>
              <a:t> </a:t>
            </a:r>
            <a:r>
              <a:rPr sz="4000" b="1" dirty="0" err="1"/>
              <a:t>logika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kiválaszt</a:t>
            </a:r>
            <a:r>
              <a:rPr sz="2000" dirty="0"/>
              <a:t> </a:t>
            </a:r>
            <a:r>
              <a:rPr sz="2000" dirty="0" err="1"/>
              <a:t>egy</a:t>
            </a:r>
            <a:r>
              <a:rPr sz="2000" dirty="0"/>
              <a:t> </a:t>
            </a:r>
            <a:r>
              <a:rPr sz="2000" dirty="0" err="1"/>
              <a:t>receptet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lekéri</a:t>
            </a:r>
            <a:r>
              <a:rPr sz="2000" dirty="0"/>
              <a:t> a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hozzávalóit</a:t>
            </a:r>
            <a:r>
              <a:rPr sz="2000" dirty="0"/>
              <a:t> API-</a:t>
            </a:r>
            <a:r>
              <a:rPr sz="2000" dirty="0" err="1"/>
              <a:t>ból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Összeveti</a:t>
            </a:r>
            <a:r>
              <a:rPr sz="2000" dirty="0"/>
              <a:t> a </a:t>
            </a:r>
            <a:r>
              <a:rPr sz="2000" dirty="0" err="1"/>
              <a:t>raktárban</a:t>
            </a:r>
            <a:r>
              <a:rPr sz="2000" dirty="0"/>
              <a:t> </a:t>
            </a:r>
            <a:r>
              <a:rPr sz="2000" dirty="0" err="1"/>
              <a:t>lévő</a:t>
            </a:r>
            <a:r>
              <a:rPr sz="2000" dirty="0"/>
              <a:t> </a:t>
            </a:r>
            <a:r>
              <a:rPr sz="2000" dirty="0" err="1"/>
              <a:t>termékekkel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Hiányzó</a:t>
            </a:r>
            <a:r>
              <a:rPr sz="2000" dirty="0"/>
              <a:t> </a:t>
            </a:r>
            <a:r>
              <a:rPr sz="2000" dirty="0" err="1"/>
              <a:t>elemek</a:t>
            </a:r>
            <a:r>
              <a:rPr sz="2000" dirty="0"/>
              <a:t> </a:t>
            </a:r>
            <a:r>
              <a:rPr sz="2000" dirty="0" err="1"/>
              <a:t>hozzáadása</a:t>
            </a:r>
            <a:r>
              <a:rPr sz="2000" dirty="0"/>
              <a:t> </a:t>
            </a:r>
            <a:r>
              <a:rPr sz="2000" dirty="0" err="1"/>
              <a:t>bevásárlólistához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Külső</a:t>
            </a:r>
            <a:r>
              <a:rPr sz="4000" b="1" dirty="0"/>
              <a:t> API </a:t>
            </a:r>
            <a:r>
              <a:rPr sz="4000" b="1" dirty="0" err="1"/>
              <a:t>használat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Receptek</a:t>
            </a:r>
            <a:r>
              <a:rPr sz="2000" dirty="0"/>
              <a:t> </a:t>
            </a:r>
            <a:r>
              <a:rPr sz="2000" dirty="0" err="1"/>
              <a:t>lekérése</a:t>
            </a:r>
            <a:r>
              <a:rPr sz="2000" dirty="0"/>
              <a:t> online </a:t>
            </a:r>
            <a:r>
              <a:rPr sz="2000" dirty="0" err="1"/>
              <a:t>adatbázisból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Keresés</a:t>
            </a:r>
            <a:r>
              <a:rPr sz="2000" dirty="0"/>
              <a:t> </a:t>
            </a:r>
            <a:r>
              <a:rPr sz="2000" dirty="0" err="1"/>
              <a:t>alapanyag</a:t>
            </a:r>
            <a:r>
              <a:rPr sz="2000" dirty="0"/>
              <a:t> </a:t>
            </a:r>
            <a:r>
              <a:rPr sz="2000" dirty="0" err="1"/>
              <a:t>alapján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Receptek</a:t>
            </a:r>
            <a:r>
              <a:rPr sz="2000" dirty="0"/>
              <a:t> </a:t>
            </a:r>
            <a:r>
              <a:rPr sz="2000" dirty="0" err="1"/>
              <a:t>szűrése</a:t>
            </a:r>
            <a:r>
              <a:rPr sz="2000" dirty="0"/>
              <a:t> </a:t>
            </a:r>
            <a:r>
              <a:rPr sz="2000" dirty="0" err="1"/>
              <a:t>diéta</a:t>
            </a:r>
            <a:r>
              <a:rPr sz="2000" dirty="0"/>
              <a:t> </a:t>
            </a:r>
            <a:r>
              <a:rPr sz="2000" dirty="0" err="1"/>
              <a:t>vagy</a:t>
            </a:r>
            <a:r>
              <a:rPr sz="2000" dirty="0"/>
              <a:t> </a:t>
            </a:r>
            <a:r>
              <a:rPr sz="2000" dirty="0" err="1"/>
              <a:t>kategória</a:t>
            </a:r>
            <a:r>
              <a:rPr sz="2000" dirty="0"/>
              <a:t> </a:t>
            </a:r>
            <a:r>
              <a:rPr sz="2000" dirty="0" err="1"/>
              <a:t>szerint</a:t>
            </a:r>
            <a:endParaRPr sz="2000" dirty="0"/>
          </a:p>
          <a:p>
            <a:r>
              <a:rPr sz="2000" dirty="0"/>
              <a:t> API </a:t>
            </a:r>
            <a:r>
              <a:rPr sz="2000" dirty="0" err="1"/>
              <a:t>válasz</a:t>
            </a:r>
            <a:r>
              <a:rPr sz="2000" dirty="0"/>
              <a:t> </a:t>
            </a:r>
            <a:r>
              <a:rPr sz="2000" dirty="0" err="1"/>
              <a:t>feldolgozása</a:t>
            </a:r>
            <a:r>
              <a:rPr sz="2000" dirty="0"/>
              <a:t> backend </a:t>
            </a:r>
            <a:r>
              <a:rPr sz="2000" dirty="0" err="1"/>
              <a:t>oldalon</a:t>
            </a:r>
            <a:endParaRPr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Értesítési</a:t>
            </a:r>
            <a:r>
              <a:rPr sz="4000" b="1" dirty="0"/>
              <a:t> </a:t>
            </a:r>
            <a:r>
              <a:rPr sz="4000" b="1" dirty="0" err="1"/>
              <a:t>rendszer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Lejáró</a:t>
            </a:r>
            <a:r>
              <a:rPr sz="2000" dirty="0"/>
              <a:t> </a:t>
            </a:r>
            <a:r>
              <a:rPr sz="2000" dirty="0" err="1"/>
              <a:t>termékek</a:t>
            </a:r>
            <a:r>
              <a:rPr sz="2000" dirty="0"/>
              <a:t> </a:t>
            </a:r>
            <a:r>
              <a:rPr sz="2000" dirty="0" err="1"/>
              <a:t>figyelése</a:t>
            </a:r>
            <a:endParaRPr sz="2000" dirty="0"/>
          </a:p>
          <a:p>
            <a:r>
              <a:rPr sz="2000" dirty="0"/>
              <a:t> Push </a:t>
            </a:r>
            <a:r>
              <a:rPr sz="2000" dirty="0" err="1"/>
              <a:t>értesítések</a:t>
            </a:r>
            <a:r>
              <a:rPr sz="2000" dirty="0"/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Biztonság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hitelesítés</a:t>
            </a:r>
            <a:r>
              <a:rPr sz="2000" dirty="0"/>
              <a:t> (Auth)</a:t>
            </a:r>
          </a:p>
          <a:p>
            <a:r>
              <a:rPr sz="2000" dirty="0"/>
              <a:t> Token </a:t>
            </a:r>
            <a:r>
              <a:rPr sz="2000" dirty="0" err="1"/>
              <a:t>alapú</a:t>
            </a:r>
            <a:r>
              <a:rPr sz="2000" dirty="0"/>
              <a:t> </a:t>
            </a:r>
            <a:r>
              <a:rPr sz="2000" dirty="0" err="1"/>
              <a:t>hozzáférés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Adatvédelem</a:t>
            </a:r>
            <a:r>
              <a:rPr sz="2000" dirty="0"/>
              <a:t> </a:t>
            </a:r>
            <a:r>
              <a:rPr sz="2000" dirty="0" err="1"/>
              <a:t>és</a:t>
            </a:r>
            <a:r>
              <a:rPr sz="2000" dirty="0"/>
              <a:t> </a:t>
            </a:r>
            <a:r>
              <a:rPr sz="2000" dirty="0" err="1"/>
              <a:t>jogosultság</a:t>
            </a:r>
            <a:r>
              <a:rPr sz="2000" dirty="0"/>
              <a:t> </a:t>
            </a:r>
            <a:r>
              <a:rPr sz="2000" dirty="0" err="1"/>
              <a:t>kezelés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Biztonságos</a:t>
            </a:r>
            <a:r>
              <a:rPr sz="2000" dirty="0"/>
              <a:t> API </a:t>
            </a:r>
            <a:r>
              <a:rPr sz="2000" dirty="0" err="1"/>
              <a:t>kommunikáció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Jövőbeli</a:t>
            </a:r>
            <a:r>
              <a:rPr sz="4000" b="1" dirty="0"/>
              <a:t> </a:t>
            </a:r>
            <a:r>
              <a:rPr sz="4000" b="1" dirty="0" err="1"/>
              <a:t>fejlesztések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Vonalkód</a:t>
            </a:r>
            <a:r>
              <a:rPr sz="2000" dirty="0"/>
              <a:t> </a:t>
            </a:r>
            <a:r>
              <a:rPr sz="2000" dirty="0" err="1"/>
              <a:t>beolvasás</a:t>
            </a:r>
            <a:r>
              <a:rPr sz="2000" dirty="0"/>
              <a:t> </a:t>
            </a:r>
            <a:r>
              <a:rPr sz="2000" dirty="0" err="1"/>
              <a:t>termékekhez</a:t>
            </a:r>
            <a:endParaRPr sz="2000" dirty="0"/>
          </a:p>
          <a:p>
            <a:r>
              <a:rPr sz="2000" dirty="0"/>
              <a:t> AI </a:t>
            </a:r>
            <a:r>
              <a:rPr sz="2000" dirty="0" err="1"/>
              <a:t>alapú</a:t>
            </a:r>
            <a:r>
              <a:rPr sz="2000" dirty="0"/>
              <a:t> </a:t>
            </a:r>
            <a:r>
              <a:rPr sz="2000" dirty="0" err="1"/>
              <a:t>recept</a:t>
            </a:r>
            <a:r>
              <a:rPr sz="2000" dirty="0"/>
              <a:t> </a:t>
            </a:r>
            <a:r>
              <a:rPr sz="2000" dirty="0" err="1"/>
              <a:t>ajánló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Automatikus</a:t>
            </a:r>
            <a:r>
              <a:rPr sz="2000" dirty="0"/>
              <a:t> </a:t>
            </a:r>
            <a:r>
              <a:rPr sz="2000" dirty="0" err="1"/>
              <a:t>felismerés</a:t>
            </a:r>
            <a:r>
              <a:rPr sz="2000" dirty="0"/>
              <a:t> </a:t>
            </a:r>
            <a:r>
              <a:rPr sz="2000" dirty="0" err="1"/>
              <a:t>okos</a:t>
            </a:r>
            <a:r>
              <a:rPr sz="2000" dirty="0"/>
              <a:t> </a:t>
            </a:r>
            <a:r>
              <a:rPr sz="2000" dirty="0" err="1"/>
              <a:t>hűtővel</a:t>
            </a:r>
            <a:endParaRPr sz="2000" dirty="0"/>
          </a:p>
          <a:p>
            <a:r>
              <a:rPr sz="2000" dirty="0"/>
              <a:t> Mobil </a:t>
            </a:r>
            <a:r>
              <a:rPr sz="2000" dirty="0" err="1"/>
              <a:t>alkalmazás</a:t>
            </a:r>
            <a:r>
              <a:rPr sz="2000" dirty="0"/>
              <a:t> </a:t>
            </a:r>
            <a:r>
              <a:rPr sz="2000" dirty="0" err="1"/>
              <a:t>fejlesztése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sz="4000" b="1" dirty="0" err="1"/>
              <a:t>Rövid</a:t>
            </a:r>
            <a:r>
              <a:rPr sz="4000" b="1" dirty="0"/>
              <a:t> demo </a:t>
            </a:r>
            <a:r>
              <a:rPr sz="4000" b="1" dirty="0" err="1"/>
              <a:t>forgatókönyv</a:t>
            </a:r>
            <a:endParaRPr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dirty="0"/>
              <a:t> </a:t>
            </a:r>
            <a:r>
              <a:rPr sz="2000" dirty="0" err="1"/>
              <a:t>Felhasználó</a:t>
            </a:r>
            <a:r>
              <a:rPr sz="2000" dirty="0"/>
              <a:t> </a:t>
            </a:r>
            <a:r>
              <a:rPr sz="2000" dirty="0" err="1"/>
              <a:t>belép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Hozzáad</a:t>
            </a:r>
            <a:r>
              <a:rPr sz="2000" dirty="0"/>
              <a:t> </a:t>
            </a:r>
            <a:r>
              <a:rPr sz="2000" dirty="0" err="1"/>
              <a:t>néhány</a:t>
            </a:r>
            <a:r>
              <a:rPr sz="2000" dirty="0"/>
              <a:t> </a:t>
            </a:r>
            <a:r>
              <a:rPr sz="2000" dirty="0" err="1"/>
              <a:t>terméket</a:t>
            </a:r>
            <a:r>
              <a:rPr sz="2000" dirty="0"/>
              <a:t> a </a:t>
            </a:r>
            <a:r>
              <a:rPr sz="2000" dirty="0" err="1"/>
              <a:t>raktárhoz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Kiválaszt</a:t>
            </a:r>
            <a:r>
              <a:rPr sz="2000" dirty="0"/>
              <a:t> </a:t>
            </a:r>
            <a:r>
              <a:rPr sz="2000" dirty="0" err="1"/>
              <a:t>egy</a:t>
            </a:r>
            <a:r>
              <a:rPr sz="2000" dirty="0"/>
              <a:t> </a:t>
            </a:r>
            <a:r>
              <a:rPr sz="2000" dirty="0" err="1"/>
              <a:t>receptet</a:t>
            </a:r>
            <a:endParaRPr sz="2000" dirty="0"/>
          </a:p>
          <a:p>
            <a:r>
              <a:rPr sz="2000" dirty="0"/>
              <a:t> </a:t>
            </a:r>
            <a:r>
              <a:rPr sz="2000" dirty="0" err="1"/>
              <a:t>Rendszer</a:t>
            </a:r>
            <a:r>
              <a:rPr sz="2000" dirty="0"/>
              <a:t> </a:t>
            </a:r>
            <a:r>
              <a:rPr sz="2000" dirty="0" err="1"/>
              <a:t>megmutatja</a:t>
            </a:r>
            <a:r>
              <a:rPr sz="2000" dirty="0"/>
              <a:t> mi </a:t>
            </a:r>
            <a:r>
              <a:rPr sz="2000" dirty="0" err="1"/>
              <a:t>hiányzik</a:t>
            </a:r>
            <a:endParaRPr sz="2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b="1" dirty="0" err="1"/>
              <a:t>Rendszer</a:t>
            </a:r>
            <a:r>
              <a:rPr b="1" dirty="0"/>
              <a:t> </a:t>
            </a:r>
            <a:r>
              <a:rPr b="1" dirty="0" err="1"/>
              <a:t>architektúra</a:t>
            </a:r>
            <a:endParaRPr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Frontend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Backend</a:t>
            </a:r>
            <a:endParaRPr lang="hu-HU" sz="1600" dirty="0">
              <a:solidFill>
                <a:schemeClr val="tx2"/>
              </a:solidFill>
            </a:endParaRPr>
          </a:p>
          <a:p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0" y="91440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Database</a:t>
            </a:r>
          </a:p>
          <a:p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0" y="2926080"/>
            <a:ext cx="2011680" cy="1005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>
                <a:solidFill>
                  <a:schemeClr val="tx2"/>
                </a:solidFill>
              </a:rPr>
              <a:t>Recipe API</a:t>
            </a:r>
          </a:p>
          <a:p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468880" y="2286000"/>
            <a:ext cx="11887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5669280" y="1463040"/>
            <a:ext cx="1188720" cy="8229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669280" y="2286000"/>
            <a:ext cx="1188720" cy="10972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b="1" dirty="0" err="1"/>
              <a:t>Bevásárlólista</a:t>
            </a:r>
            <a:r>
              <a:rPr b="1" dirty="0"/>
              <a:t> </a:t>
            </a:r>
            <a:r>
              <a:rPr b="1" dirty="0" err="1"/>
              <a:t>működési</a:t>
            </a:r>
            <a:r>
              <a:rPr b="1" dirty="0"/>
              <a:t> </a:t>
            </a:r>
            <a:r>
              <a:rPr b="1" dirty="0" err="1"/>
              <a:t>folyamat</a:t>
            </a:r>
            <a:endParaRPr b="1" dirty="0"/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Felhasználó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hozzáad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terméket</a:t>
            </a:r>
            <a:endParaRPr sz="1600" dirty="0">
              <a:solidFill>
                <a:schemeClr val="tx2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743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Rendszer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ellenőrzi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készletet</a:t>
            </a:r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468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029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Hiányzó</a:t>
            </a:r>
            <a:r>
              <a:rPr sz="1600" dirty="0">
                <a:solidFill>
                  <a:schemeClr val="tx2"/>
                </a:solidFill>
              </a:rPr>
              <a:t> </a:t>
            </a:r>
            <a:r>
              <a:rPr sz="1600" dirty="0" err="1">
                <a:solidFill>
                  <a:schemeClr val="tx2"/>
                </a:solidFill>
              </a:rPr>
              <a:t>elem</a:t>
            </a:r>
            <a:r>
              <a:rPr sz="1600" dirty="0">
                <a:solidFill>
                  <a:schemeClr val="tx2"/>
                </a:solidFill>
              </a:rPr>
              <a:t>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315200" y="2011680"/>
            <a:ext cx="20116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dirty="0" err="1">
                <a:solidFill>
                  <a:schemeClr val="tx2"/>
                </a:solidFill>
              </a:rPr>
              <a:t>Hozzáadás</a:t>
            </a:r>
            <a:endParaRPr sz="1600" dirty="0">
              <a:solidFill>
                <a:schemeClr val="tx2"/>
              </a:solidFill>
            </a:endParaRPr>
          </a:p>
          <a:p>
            <a:r>
              <a:rPr sz="1600" dirty="0" err="1">
                <a:solidFill>
                  <a:schemeClr val="tx2"/>
                </a:solidFill>
              </a:rPr>
              <a:t>bevásárlólistához</a:t>
            </a:r>
            <a:endParaRPr sz="1600" dirty="0">
              <a:solidFill>
                <a:schemeClr val="tx2"/>
              </a:solidFill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040880" y="2560320"/>
            <a:ext cx="274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dirty="0" err="1"/>
              <a:t>Adatbázis</a:t>
            </a:r>
            <a:r>
              <a:rPr dirty="0"/>
              <a:t> </a:t>
            </a:r>
            <a:r>
              <a:rPr dirty="0" err="1"/>
              <a:t>struktúra</a:t>
            </a:r>
            <a:endParaRPr dirty="0"/>
          </a:p>
        </p:txBody>
      </p:sp>
      <p:pic>
        <p:nvPicPr>
          <p:cNvPr id="3" name="Picture 2" descr="adaszerkez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021" y="0"/>
            <a:ext cx="6455979" cy="68668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xmlns="" id="{9A9225C2-821D-4257-8F4B-9294A2A47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350933"/>
            <a:ext cx="8534400" cy="1507067"/>
          </a:xfrm>
        </p:spPr>
        <p:txBody>
          <a:bodyPr/>
          <a:lstStyle/>
          <a:p>
            <a:r>
              <a:rPr lang="hu-HU" b="1" dirty="0"/>
              <a:t>Köszönjük a figyelmüket !</a:t>
            </a:r>
          </a:p>
        </p:txBody>
      </p:sp>
    </p:spTree>
    <p:extLst>
      <p:ext uri="{BB962C8B-B14F-4D97-AF65-F5344CB8AC3E}">
        <p14:creationId xmlns:p14="http://schemas.microsoft.com/office/powerpoint/2010/main" val="4163104875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1. egyéni séma">
      <a:dk1>
        <a:srgbClr val="146194"/>
      </a:dk1>
      <a:lt1>
        <a:srgbClr val="7030A0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TM02900771[[fn=Szelet]]</Template>
  <TotalTime>19</TotalTime>
  <Words>335</Words>
  <Application>Microsoft Office PowerPoint</Application>
  <PresentationFormat>Szélesvásznú</PresentationFormat>
  <Paragraphs>92</Paragraphs>
  <Slides>19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Szelet</vt:lpstr>
      <vt:lpstr>Magic Fridge Intelligens hűtő- és kamrakezelő rendszer</vt:lpstr>
      <vt:lpstr>Problémafelvetés</vt:lpstr>
      <vt:lpstr>Megoldás</vt:lpstr>
      <vt:lpstr>Architektúra áttekintés</vt:lpstr>
      <vt:lpstr>Főbb modulok</vt:lpstr>
      <vt:lpstr>Bevásárlólista logika</vt:lpstr>
      <vt:lpstr>Célközönség</vt:lpstr>
      <vt:lpstr>Felhasználói folyamat</vt:lpstr>
      <vt:lpstr>Raktár kezelés működése</vt:lpstr>
      <vt:lpstr>Recept ellenőrzés logika</vt:lpstr>
      <vt:lpstr>Külső API használat</vt:lpstr>
      <vt:lpstr>Értesítési rendszer</vt:lpstr>
      <vt:lpstr>Biztonság</vt:lpstr>
      <vt:lpstr>Jövőbeli fejlesztések</vt:lpstr>
      <vt:lpstr>Rövid demo forgatókönyv</vt:lpstr>
      <vt:lpstr>Rendszer architektúra</vt:lpstr>
      <vt:lpstr>Bevásárlólista működési folyamat</vt:lpstr>
      <vt:lpstr>Adatbázis struktúra</vt:lpstr>
      <vt:lpstr>Köszönjük a figyelmüket !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Fridge Intelligens hűtő- és kamrakezelő rendszer</dc:title>
  <dc:creator>Udvari Dominik</dc:creator>
  <cp:lastModifiedBy>Kecső Zoltán</cp:lastModifiedBy>
  <cp:revision>14</cp:revision>
  <dcterms:created xsi:type="dcterms:W3CDTF">2026-03-03T09:18:03Z</dcterms:created>
  <dcterms:modified xsi:type="dcterms:W3CDTF">2026-03-05T12:32:42Z</dcterms:modified>
</cp:coreProperties>
</file>