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6" r:id="rId10"/>
    <p:sldId id="267" r:id="rId11"/>
    <p:sldId id="268" r:id="rId12"/>
    <p:sldId id="270" r:id="rId13"/>
    <p:sldId id="272" r:id="rId14"/>
    <p:sldId id="274" r:id="rId15"/>
    <p:sldId id="275" r:id="rId16"/>
    <p:sldId id="276" r:id="rId17"/>
    <p:sldId id="277" r:id="rId18"/>
    <p:sldId id="278" r:id="rId19"/>
    <p:sldId id="279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114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EEE99-8E01-453E-BB84-C9CA0F55D998}" type="datetimeFigureOut">
              <a:rPr lang="hu-HU" smtClean="0"/>
              <a:t>2026.03.05.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4D9E-37C3-41D4-8106-BC897EB4319B}" type="slidenum">
              <a:rPr lang="hu-HU" smtClean="0"/>
              <a:t>‹#›</a:t>
            </a:fld>
            <a:endParaRPr lang="hu-HU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0291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EEE99-8E01-453E-BB84-C9CA0F55D998}" type="datetimeFigureOut">
              <a:rPr lang="hu-HU" smtClean="0"/>
              <a:t>2026.03.05.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4D9E-37C3-41D4-8106-BC897EB4319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54426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EEE99-8E01-453E-BB84-C9CA0F55D998}" type="datetimeFigureOut">
              <a:rPr lang="hu-HU" smtClean="0"/>
              <a:t>2026.03.05.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4D9E-37C3-41D4-8106-BC897EB4319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0743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EEE99-8E01-453E-BB84-C9CA0F55D998}" type="datetimeFigureOut">
              <a:rPr lang="hu-HU" smtClean="0"/>
              <a:t>2026.03.05.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4D9E-37C3-41D4-8106-BC897EB4319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4023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EEE99-8E01-453E-BB84-C9CA0F55D998}" type="datetimeFigureOut">
              <a:rPr lang="hu-HU" smtClean="0"/>
              <a:t>2026.03.05.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4D9E-37C3-41D4-8106-BC897EB4319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19736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EEE99-8E01-453E-BB84-C9CA0F55D998}" type="datetimeFigureOut">
              <a:rPr lang="hu-HU" smtClean="0"/>
              <a:t>2026.03.05.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4D9E-37C3-41D4-8106-BC897EB4319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02703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EEE99-8E01-453E-BB84-C9CA0F55D998}" type="datetimeFigureOut">
              <a:rPr lang="hu-HU" smtClean="0"/>
              <a:t>2026.03.05.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4D9E-37C3-41D4-8106-BC897EB4319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48153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EEE99-8E01-453E-BB84-C9CA0F55D998}" type="datetimeFigureOut">
              <a:rPr lang="hu-HU" smtClean="0"/>
              <a:t>2026.03.05.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4D9E-37C3-41D4-8106-BC897EB4319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33107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EEE99-8E01-453E-BB84-C9CA0F55D998}" type="datetimeFigureOut">
              <a:rPr lang="hu-HU" smtClean="0"/>
              <a:t>2026.03.05.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4D9E-37C3-41D4-8106-BC897EB4319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30570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EEE99-8E01-453E-BB84-C9CA0F55D998}" type="datetimeFigureOut">
              <a:rPr lang="hu-HU" smtClean="0"/>
              <a:t>2026.03.05.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4D9E-37C3-41D4-8106-BC897EB4319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58868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EEE99-8E01-453E-BB84-C9CA0F55D998}" type="datetimeFigureOut">
              <a:rPr lang="hu-HU" smtClean="0"/>
              <a:t>2026.03.05.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4D9E-37C3-41D4-8106-BC897EB4319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316438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EEE99-8E01-453E-BB84-C9CA0F55D998}" type="datetimeFigureOut">
              <a:rPr lang="hu-HU" smtClean="0"/>
              <a:t>2026.03.05.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4D9E-37C3-41D4-8106-BC897EB4319B}" type="slidenum">
              <a:rPr lang="hu-HU" smtClean="0"/>
              <a:t>‹#›</a:t>
            </a:fld>
            <a:endParaRPr lang="hu-HU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153722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EEE99-8E01-453E-BB84-C9CA0F55D998}" type="datetimeFigureOut">
              <a:rPr lang="hu-HU" smtClean="0"/>
              <a:t>2026.03.05.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4D9E-37C3-41D4-8106-BC897EB4319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373644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EEE99-8E01-453E-BB84-C9CA0F55D998}" type="datetimeFigureOut">
              <a:rPr lang="hu-HU" smtClean="0"/>
              <a:t>2026.03.05.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4D9E-37C3-41D4-8106-BC897EB4319B}" type="slidenum">
              <a:rPr lang="hu-HU" smtClean="0"/>
              <a:t>‹#›</a:t>
            </a:fld>
            <a:endParaRPr lang="hu-HU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724489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EEE99-8E01-453E-BB84-C9CA0F55D998}" type="datetimeFigureOut">
              <a:rPr lang="hu-HU" smtClean="0"/>
              <a:t>2026.03.05.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4D9E-37C3-41D4-8106-BC897EB4319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447447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EEE99-8E01-453E-BB84-C9CA0F55D998}" type="datetimeFigureOut">
              <a:rPr lang="hu-HU" smtClean="0"/>
              <a:t>2026.03.05.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4D9E-37C3-41D4-8106-BC897EB4319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411081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EEE99-8E01-453E-BB84-C9CA0F55D998}" type="datetimeFigureOut">
              <a:rPr lang="hu-HU" smtClean="0"/>
              <a:t>2026.03.05.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4D9E-37C3-41D4-8106-BC897EB4319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77244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14FEEE99-8E01-453E-BB84-C9CA0F55D998}" type="datetimeFigureOut">
              <a:rPr lang="hu-HU" smtClean="0"/>
              <a:t>2026.03.05.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8AB4D9E-37C3-41D4-8106-BC897EB4319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028634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F37DB2E2-A9EF-46D6-87EE-4320B0440C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hu-HU" sz="4000" b="1" dirty="0" err="1">
                <a:solidFill>
                  <a:schemeClr val="tx2"/>
                </a:solidFill>
              </a:rPr>
              <a:t>Magic</a:t>
            </a:r>
            <a:r>
              <a:rPr lang="hu-HU" sz="4000" b="1" dirty="0">
                <a:solidFill>
                  <a:schemeClr val="tx2"/>
                </a:solidFill>
              </a:rPr>
              <a:t> </a:t>
            </a:r>
            <a:r>
              <a:rPr lang="hu-HU" sz="4000" b="1" dirty="0" err="1">
                <a:solidFill>
                  <a:schemeClr val="tx2"/>
                </a:solidFill>
              </a:rPr>
              <a:t>Fridge</a:t>
            </a:r>
            <a:r>
              <a:rPr lang="hu-HU" dirty="0"/>
              <a:t/>
            </a:r>
            <a:br>
              <a:rPr lang="hu-HU" dirty="0"/>
            </a:br>
            <a:r>
              <a:rPr lang="hu-HU" sz="4000" b="1" dirty="0"/>
              <a:t>Intelligens hűtő- és kamrakezelő rendszer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xmlns="" id="{28B5F30B-1C06-4AFF-BE8B-C33F9B5FDA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 b="1" dirty="0" err="1">
                <a:solidFill>
                  <a:schemeClr val="bg1">
                    <a:lumMod val="50000"/>
                  </a:schemeClr>
                </a:solidFill>
              </a:rPr>
              <a:t>Készítette</a:t>
            </a:r>
            <a:r>
              <a:rPr sz="2000" b="1" dirty="0">
                <a:solidFill>
                  <a:schemeClr val="bg1">
                    <a:lumMod val="50000"/>
                  </a:schemeClr>
                </a:solidFill>
              </a:rPr>
              <a:t>:</a:t>
            </a:r>
            <a:r>
              <a:rPr dirty="0"/>
              <a:t/>
            </a:r>
            <a:br>
              <a:rPr dirty="0"/>
            </a:br>
            <a:r>
              <a:rPr lang="hu-HU" dirty="0"/>
              <a:t>	</a:t>
            </a:r>
            <a:r>
              <a:rPr sz="2000" i="1" dirty="0" err="1">
                <a:solidFill>
                  <a:schemeClr val="bg1">
                    <a:lumMod val="50000"/>
                  </a:schemeClr>
                </a:solidFill>
              </a:rPr>
              <a:t>Sutús</a:t>
            </a:r>
            <a:r>
              <a:rPr sz="20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sz="2000" i="1" dirty="0" err="1">
                <a:solidFill>
                  <a:schemeClr val="bg1">
                    <a:lumMod val="50000"/>
                  </a:schemeClr>
                </a:solidFill>
              </a:rPr>
              <a:t>Róbert</a:t>
            </a:r>
            <a:r>
              <a:rPr i="1" dirty="0">
                <a:solidFill>
                  <a:schemeClr val="bg1">
                    <a:lumMod val="50000"/>
                  </a:schemeClr>
                </a:solidFill>
              </a:rPr>
              <a:t/>
            </a:r>
            <a:br>
              <a:rPr i="1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hu-HU" i="1" dirty="0">
                <a:solidFill>
                  <a:schemeClr val="bg1">
                    <a:lumMod val="50000"/>
                  </a:schemeClr>
                </a:solidFill>
              </a:rPr>
              <a:t>	</a:t>
            </a:r>
            <a:r>
              <a:rPr sz="2000" i="1" dirty="0">
                <a:solidFill>
                  <a:schemeClr val="bg1">
                    <a:lumMod val="50000"/>
                  </a:schemeClr>
                </a:solidFill>
              </a:rPr>
              <a:t>Udvari Dominik</a:t>
            </a:r>
          </a:p>
          <a:p>
            <a:endParaRPr lang="hu-HU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xmlns="" id="{AAA27651-720A-4BA7-80AF-9C64E40261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67" y="-8466"/>
            <a:ext cx="903213" cy="872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947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>
            <a:extLst>
              <a:ext uri="{FF2B5EF4-FFF2-40B4-BE49-F238E27FC236}">
                <a16:creationId xmlns:a16="http://schemas.microsoft.com/office/drawing/2014/main" xmlns="" id="{D84BE393-950C-4DFB-8153-B5F0BBEF49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4272" y="2102394"/>
            <a:ext cx="4961727" cy="2509711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xmlns="" id="{AF4D97FC-C81F-4ADB-A60E-335A38317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67" y="5350933"/>
            <a:ext cx="8534400" cy="1507067"/>
          </a:xfrm>
        </p:spPr>
        <p:txBody>
          <a:bodyPr/>
          <a:lstStyle/>
          <a:p>
            <a:r>
              <a:rPr lang="hu-HU" sz="4000" b="1" dirty="0"/>
              <a:t>Problémafelvetés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D87A28B3-A76D-4329-BC9E-A53E15965A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sz="2000" dirty="0"/>
              <a:t> </a:t>
            </a:r>
            <a:r>
              <a:rPr lang="hu-HU" sz="2000" b="1" dirty="0">
                <a:solidFill>
                  <a:schemeClr val="bg1">
                    <a:lumMod val="50000"/>
                  </a:schemeClr>
                </a:solidFill>
              </a:rPr>
              <a:t>Segítségünk az emberek illetve családok számára.</a:t>
            </a:r>
            <a:endParaRPr lang="hu-HU" b="1" dirty="0">
              <a:solidFill>
                <a:schemeClr val="bg1">
                  <a:lumMod val="50000"/>
                </a:schemeClr>
              </a:solidFill>
            </a:endParaRPr>
          </a:p>
          <a:p>
            <a:pPr lvl="1"/>
            <a:r>
              <a:rPr sz="2000" dirty="0"/>
              <a:t> </a:t>
            </a:r>
            <a:r>
              <a:rPr sz="2000" dirty="0" err="1"/>
              <a:t>Élelmiszer-pazarlás</a:t>
            </a:r>
            <a:r>
              <a:rPr sz="2000" dirty="0"/>
              <a:t> </a:t>
            </a:r>
            <a:r>
              <a:rPr sz="2000" dirty="0" err="1"/>
              <a:t>csökkentése</a:t>
            </a:r>
            <a:r>
              <a:rPr sz="2000" dirty="0"/>
              <a:t> -&gt; </a:t>
            </a:r>
            <a:r>
              <a:rPr sz="2000" dirty="0" err="1"/>
              <a:t>Hamarosan</a:t>
            </a:r>
            <a:r>
              <a:rPr sz="2000" dirty="0"/>
              <a:t> </a:t>
            </a:r>
            <a:r>
              <a:rPr sz="2000" dirty="0" err="1"/>
              <a:t>lejáró</a:t>
            </a:r>
            <a:r>
              <a:rPr sz="2000" dirty="0"/>
              <a:t> </a:t>
            </a:r>
            <a:r>
              <a:rPr sz="2000" dirty="0" err="1"/>
              <a:t>termékekre</a:t>
            </a:r>
            <a:r>
              <a:rPr sz="2000" dirty="0"/>
              <a:t> </a:t>
            </a:r>
            <a:r>
              <a:rPr sz="2000" dirty="0" err="1"/>
              <a:t>való</a:t>
            </a:r>
            <a:r>
              <a:rPr sz="2000" dirty="0"/>
              <a:t> </a:t>
            </a:r>
            <a:r>
              <a:rPr sz="2000" dirty="0" err="1"/>
              <a:t>figyelemfelhívás</a:t>
            </a:r>
            <a:endParaRPr sz="2000" dirty="0"/>
          </a:p>
          <a:p>
            <a:pPr lvl="1"/>
            <a:r>
              <a:rPr sz="2000" dirty="0"/>
              <a:t> </a:t>
            </a:r>
            <a:r>
              <a:rPr sz="2000" dirty="0" err="1"/>
              <a:t>Automatikus</a:t>
            </a:r>
            <a:r>
              <a:rPr sz="2000" dirty="0"/>
              <a:t> </a:t>
            </a:r>
            <a:r>
              <a:rPr sz="2000" dirty="0" err="1"/>
              <a:t>bevásárlólista</a:t>
            </a:r>
            <a:endParaRPr sz="2000" dirty="0"/>
          </a:p>
          <a:p>
            <a:pPr lvl="1"/>
            <a:r>
              <a:rPr sz="2000" dirty="0"/>
              <a:t> </a:t>
            </a:r>
            <a:r>
              <a:rPr sz="2000" dirty="0" err="1"/>
              <a:t>Recept</a:t>
            </a:r>
            <a:r>
              <a:rPr sz="2000" dirty="0"/>
              <a:t> -&gt; </a:t>
            </a:r>
            <a:r>
              <a:rPr sz="2000" dirty="0" err="1"/>
              <a:t>raktár</a:t>
            </a:r>
            <a:r>
              <a:rPr sz="2000" dirty="0"/>
              <a:t> </a:t>
            </a:r>
            <a:r>
              <a:rPr sz="2000" dirty="0" err="1"/>
              <a:t>összevetés</a:t>
            </a:r>
            <a:endParaRPr sz="2000" dirty="0"/>
          </a:p>
          <a:p>
            <a:pPr lvl="1"/>
            <a:endParaRPr lang="hu-HU" dirty="0">
              <a:solidFill>
                <a:srgbClr val="000000"/>
              </a:solidFill>
            </a:endParaRPr>
          </a:p>
          <a:p>
            <a:endParaRPr lang="hu-HU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xmlns="" id="{ABF9A374-A833-427F-8C5F-25EEBC9D506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67" y="-8466"/>
            <a:ext cx="903213" cy="872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21349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243268F3-665C-4D52-AC4D-5798A3CC2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67" y="5350933"/>
            <a:ext cx="8534400" cy="1507067"/>
          </a:xfrm>
        </p:spPr>
        <p:txBody>
          <a:bodyPr/>
          <a:lstStyle/>
          <a:p>
            <a:r>
              <a:rPr lang="hu-HU" sz="4000" b="1" dirty="0"/>
              <a:t>Megoldás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CB1B53DB-E20D-48F2-90AC-7278A59467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dirty="0"/>
              <a:t> </a:t>
            </a:r>
            <a:r>
              <a:rPr sz="2000" b="1" dirty="0">
                <a:solidFill>
                  <a:schemeClr val="bg1">
                    <a:lumMod val="50000"/>
                  </a:schemeClr>
                </a:solidFill>
              </a:rPr>
              <a:t>Magic Fridge – a </a:t>
            </a:r>
            <a:r>
              <a:rPr sz="2000" b="1" dirty="0" err="1">
                <a:solidFill>
                  <a:schemeClr val="bg1">
                    <a:lumMod val="50000"/>
                  </a:schemeClr>
                </a:solidFill>
              </a:rPr>
              <a:t>megoldás</a:t>
            </a:r>
            <a:endParaRPr lang="hu-HU" b="1" dirty="0">
              <a:solidFill>
                <a:schemeClr val="bg1">
                  <a:lumMod val="50000"/>
                </a:schemeClr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sz="2000" dirty="0" err="1" smtClean="0"/>
              <a:t>Háztartás</a:t>
            </a:r>
            <a:r>
              <a:rPr sz="2000" dirty="0" smtClean="0"/>
              <a:t> </a:t>
            </a:r>
            <a:endParaRPr lang="hu-HU" sz="2000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sz="2000" dirty="0" err="1" smtClean="0"/>
              <a:t>Raktár</a:t>
            </a:r>
            <a:endParaRPr lang="hu-HU" sz="2000" dirty="0"/>
          </a:p>
          <a:p>
            <a:pPr lvl="1">
              <a:buFont typeface="Arial" panose="020B0604020202020204" pitchFamily="34" charset="0"/>
              <a:buChar char="•"/>
            </a:pPr>
            <a:r>
              <a:rPr sz="2000" dirty="0" err="1" smtClean="0"/>
              <a:t>Bevásárlólista</a:t>
            </a:r>
            <a:endParaRPr sz="2000" dirty="0"/>
          </a:p>
          <a:p>
            <a:pPr lvl="1">
              <a:buFont typeface="Arial" panose="020B0604020202020204" pitchFamily="34" charset="0"/>
              <a:buChar char="•"/>
            </a:pPr>
            <a:r>
              <a:rPr sz="2000" dirty="0" err="1" smtClean="0"/>
              <a:t>Automatikus</a:t>
            </a:r>
            <a:r>
              <a:rPr sz="2000" dirty="0" smtClean="0"/>
              <a:t> </a:t>
            </a:r>
            <a:r>
              <a:rPr sz="2000" dirty="0" err="1"/>
              <a:t>logika</a:t>
            </a:r>
            <a:endParaRPr sz="2000" dirty="0"/>
          </a:p>
          <a:p>
            <a:pPr lvl="1">
              <a:buFont typeface="Arial" panose="020B0604020202020204" pitchFamily="34" charset="0"/>
              <a:buChar char="•"/>
            </a:pPr>
            <a:r>
              <a:rPr sz="2000" dirty="0" err="1" smtClean="0"/>
              <a:t>Több</a:t>
            </a:r>
            <a:r>
              <a:rPr sz="2000" dirty="0" smtClean="0"/>
              <a:t> </a:t>
            </a:r>
            <a:r>
              <a:rPr sz="2000" dirty="0" err="1"/>
              <a:t>felhasználós</a:t>
            </a:r>
            <a:r>
              <a:rPr sz="2000" dirty="0"/>
              <a:t> </a:t>
            </a:r>
            <a:r>
              <a:rPr sz="2000" dirty="0" err="1"/>
              <a:t>működés</a:t>
            </a:r>
            <a:endParaRPr sz="2000" dirty="0"/>
          </a:p>
          <a:p>
            <a:endParaRPr lang="hu-HU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xmlns="" id="{CCDE3D8B-872D-4D6D-939F-B2396429F18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67" y="-8466"/>
            <a:ext cx="903213" cy="872068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xmlns="" id="{DBE09674-D80B-4C28-8C28-D999A6BA63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6113" y="327690"/>
            <a:ext cx="3099022" cy="2288509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xmlns="" id="{36BD642E-2512-44DA-ACDB-DE70918F47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5135" y="618482"/>
            <a:ext cx="2559639" cy="1997717"/>
          </a:xfrm>
          <a:prstGeom prst="rect">
            <a:avLst/>
          </a:prstGeom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xmlns="" id="{3F043C30-21D5-47E4-B1FA-E30EEF83A6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5291" y="2616199"/>
            <a:ext cx="3158949" cy="2288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6832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0AC98F82-9057-4B7D-85E4-971D48F3A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67" y="5350933"/>
            <a:ext cx="8534400" cy="1507067"/>
          </a:xfrm>
        </p:spPr>
        <p:txBody>
          <a:bodyPr/>
          <a:lstStyle/>
          <a:p>
            <a:r>
              <a:rPr lang="hu-HU" sz="4000" b="1" dirty="0"/>
              <a:t>Architektúra áttekintés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E9B8CCEE-BBE1-4FB8-9D14-F1FB329BD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dirty="0"/>
              <a:t> </a:t>
            </a:r>
            <a:r>
              <a:rPr sz="2000" b="1" dirty="0" err="1">
                <a:solidFill>
                  <a:schemeClr val="bg1">
                    <a:lumMod val="50000"/>
                  </a:schemeClr>
                </a:solidFill>
              </a:rPr>
              <a:t>Architektúra</a:t>
            </a:r>
            <a:r>
              <a:rPr sz="20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sz="2000" b="1" dirty="0" err="1">
                <a:solidFill>
                  <a:schemeClr val="bg1">
                    <a:lumMod val="50000"/>
                  </a:schemeClr>
                </a:solidFill>
              </a:rPr>
              <a:t>összeállítása</a:t>
            </a:r>
            <a:r>
              <a:rPr sz="2000" b="1" dirty="0">
                <a:solidFill>
                  <a:schemeClr val="bg1">
                    <a:lumMod val="50000"/>
                  </a:schemeClr>
                </a:solidFill>
              </a:rPr>
              <a:t> a </a:t>
            </a:r>
            <a:r>
              <a:rPr sz="2000" b="1" dirty="0" err="1">
                <a:solidFill>
                  <a:schemeClr val="bg1">
                    <a:lumMod val="50000"/>
                  </a:schemeClr>
                </a:solidFill>
              </a:rPr>
              <a:t>programunkban</a:t>
            </a:r>
            <a:r>
              <a:rPr sz="2000" b="1" dirty="0">
                <a:solidFill>
                  <a:schemeClr val="bg1">
                    <a:lumMod val="50000"/>
                  </a:schemeClr>
                </a:solidFill>
              </a:rPr>
              <a:t>:</a:t>
            </a:r>
            <a:endParaRPr lang="hu-HU" b="1" dirty="0">
              <a:solidFill>
                <a:schemeClr val="bg1">
                  <a:lumMod val="50000"/>
                </a:schemeClr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sz="2000" dirty="0"/>
              <a:t> Frontend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sz="2000" dirty="0"/>
              <a:t> Backend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sz="2000" dirty="0"/>
              <a:t> </a:t>
            </a:r>
            <a:r>
              <a:rPr sz="2000" dirty="0" err="1"/>
              <a:t>Adatbázis</a:t>
            </a:r>
            <a:endParaRPr sz="2000" dirty="0"/>
          </a:p>
          <a:p>
            <a:pPr lvl="1">
              <a:buFont typeface="Arial" panose="020B0604020202020204" pitchFamily="34" charset="0"/>
              <a:buChar char="•"/>
            </a:pPr>
            <a:r>
              <a:rPr sz="2000" dirty="0"/>
              <a:t> Middleware </a:t>
            </a:r>
            <a:r>
              <a:rPr sz="2000" dirty="0" err="1"/>
              <a:t>védelem</a:t>
            </a:r>
            <a:endParaRPr sz="2000" b="1" dirty="0"/>
          </a:p>
          <a:p>
            <a:pPr lvl="1">
              <a:buFont typeface="Arial" panose="020B0604020202020204" pitchFamily="34" charset="0"/>
              <a:buChar char="•"/>
            </a:pPr>
            <a:r>
              <a:rPr sz="2000" dirty="0"/>
              <a:t> </a:t>
            </a:r>
            <a:r>
              <a:rPr sz="2000" dirty="0" err="1"/>
              <a:t>Külső</a:t>
            </a:r>
            <a:r>
              <a:rPr sz="2000" dirty="0"/>
              <a:t> API </a:t>
            </a:r>
            <a:r>
              <a:rPr sz="2000" dirty="0" err="1"/>
              <a:t>integráció</a:t>
            </a:r>
            <a:r>
              <a:rPr sz="2000" dirty="0"/>
              <a:t>(</a:t>
            </a:r>
            <a:r>
              <a:rPr sz="2000" dirty="0" err="1"/>
              <a:t>receptekhez</a:t>
            </a:r>
            <a:r>
              <a:rPr sz="2000" dirty="0"/>
              <a:t> </a:t>
            </a:r>
            <a:r>
              <a:rPr sz="2000" dirty="0" err="1"/>
              <a:t>való</a:t>
            </a:r>
            <a:r>
              <a:rPr sz="2000" dirty="0"/>
              <a:t> </a:t>
            </a:r>
            <a:r>
              <a:rPr sz="2000" dirty="0" err="1"/>
              <a:t>hozzáférés</a:t>
            </a:r>
            <a:r>
              <a:rPr sz="2000" dirty="0"/>
              <a:t>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sz="2000" dirty="0"/>
              <a:t> </a:t>
            </a:r>
            <a:r>
              <a:rPr sz="2000" dirty="0" err="1"/>
              <a:t>Adatszerkezet</a:t>
            </a:r>
            <a:endParaRPr sz="2000" dirty="0"/>
          </a:p>
          <a:p>
            <a:endParaRPr lang="hu-HU" dirty="0"/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xmlns="" id="{8C018E19-8D24-45E2-9106-A1B38623CA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67" y="-8466"/>
            <a:ext cx="903213" cy="872068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xmlns="" id="{83983435-DA29-4720-812D-4906ACE391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7540" y="1113641"/>
            <a:ext cx="1171914" cy="1820150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xmlns="" id="{E945A3CB-8276-4B91-B4D9-22D7D5E1CC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3669" y="488039"/>
            <a:ext cx="2284522" cy="1820150"/>
          </a:xfrm>
          <a:prstGeom prst="rect">
            <a:avLst/>
          </a:prstGeom>
        </p:spPr>
      </p:pic>
      <p:pic>
        <p:nvPicPr>
          <p:cNvPr id="4" name="Kép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6908" y="2569418"/>
            <a:ext cx="2903407" cy="3920497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xmlns="" id="{D84BE393-950C-4DFB-8153-B5F0BBEF49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3260" y="1102384"/>
            <a:ext cx="2781057" cy="1406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84811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2BEBE6DC-DF52-43FD-8ADC-AE4170A6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350933"/>
            <a:ext cx="8534400" cy="1507067"/>
          </a:xfrm>
        </p:spPr>
        <p:txBody>
          <a:bodyPr/>
          <a:lstStyle/>
          <a:p>
            <a:r>
              <a:rPr lang="hu-HU" sz="4000" b="1" dirty="0"/>
              <a:t>Főbb modulok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A628FCB4-1578-4901-8A3D-8A7CB04091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sz="2000" b="1" dirty="0" err="1">
                <a:solidFill>
                  <a:schemeClr val="bg1">
                    <a:lumMod val="50000"/>
                  </a:schemeClr>
                </a:solidFill>
              </a:rPr>
              <a:t>Rendszer</a:t>
            </a:r>
            <a:r>
              <a:rPr sz="20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sz="2000" b="1" dirty="0" err="1">
                <a:solidFill>
                  <a:schemeClr val="bg1">
                    <a:lumMod val="50000"/>
                  </a:schemeClr>
                </a:solidFill>
              </a:rPr>
              <a:t>funkciók</a:t>
            </a:r>
            <a:r>
              <a:rPr sz="2000" b="1" dirty="0">
                <a:solidFill>
                  <a:schemeClr val="bg1">
                    <a:lumMod val="50000"/>
                  </a:schemeClr>
                </a:solidFill>
              </a:rPr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sz="2000" dirty="0"/>
              <a:t> Auth (</a:t>
            </a:r>
            <a:r>
              <a:rPr sz="2000" dirty="0" err="1"/>
              <a:t>regisztráció</a:t>
            </a:r>
            <a:r>
              <a:rPr sz="2000" dirty="0"/>
              <a:t> / login / logout)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sz="2000" dirty="0"/>
              <a:t> </a:t>
            </a:r>
            <a:r>
              <a:rPr sz="2000" dirty="0" err="1"/>
              <a:t>Raktár</a:t>
            </a:r>
            <a:r>
              <a:rPr sz="2000" dirty="0"/>
              <a:t> </a:t>
            </a:r>
            <a:r>
              <a:rPr sz="2000" dirty="0" err="1"/>
              <a:t>kezelése</a:t>
            </a:r>
            <a:endParaRPr sz="2000" dirty="0"/>
          </a:p>
          <a:p>
            <a:pPr lvl="1">
              <a:buFont typeface="Arial" panose="020B0604020202020204" pitchFamily="34" charset="0"/>
              <a:buChar char="•"/>
            </a:pPr>
            <a:r>
              <a:rPr sz="2000" dirty="0"/>
              <a:t> </a:t>
            </a:r>
            <a:r>
              <a:rPr sz="2000" dirty="0" err="1"/>
              <a:t>Bevásárlólista</a:t>
            </a:r>
            <a:endParaRPr sz="2000" dirty="0"/>
          </a:p>
          <a:p>
            <a:pPr lvl="1">
              <a:buFont typeface="Arial" panose="020B0604020202020204" pitchFamily="34" charset="0"/>
              <a:buChar char="•"/>
            </a:pPr>
            <a:r>
              <a:rPr sz="2000" dirty="0"/>
              <a:t> </a:t>
            </a:r>
            <a:r>
              <a:rPr sz="2000" dirty="0" err="1"/>
              <a:t>Recept</a:t>
            </a:r>
            <a:r>
              <a:rPr sz="2000" dirty="0"/>
              <a:t> </a:t>
            </a:r>
            <a:r>
              <a:rPr sz="2000" dirty="0" err="1"/>
              <a:t>ellenőrzés</a:t>
            </a:r>
            <a:endParaRPr sz="2000" dirty="0"/>
          </a:p>
          <a:p>
            <a:pPr lvl="1">
              <a:buFont typeface="Arial" panose="020B0604020202020204" pitchFamily="34" charset="0"/>
              <a:buChar char="•"/>
            </a:pPr>
            <a:r>
              <a:rPr sz="2000" dirty="0"/>
              <a:t> </a:t>
            </a:r>
            <a:r>
              <a:rPr sz="2000" dirty="0" err="1"/>
              <a:t>Háztartás</a:t>
            </a:r>
            <a:r>
              <a:rPr sz="2000" dirty="0"/>
              <a:t> </a:t>
            </a:r>
            <a:r>
              <a:rPr sz="2000" dirty="0" err="1"/>
              <a:t>kezelés</a:t>
            </a:r>
            <a:endParaRPr sz="2000" dirty="0"/>
          </a:p>
          <a:p>
            <a:pPr lvl="1"/>
            <a:endParaRPr lang="hu-HU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xmlns="" id="{7D86D52B-A7AA-4976-BE82-FE6AA035366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67" y="-8466"/>
            <a:ext cx="903213" cy="872068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xmlns="" id="{22E1B217-BBD8-4CC1-BF8B-CA58FFB057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1619" y="499535"/>
            <a:ext cx="1791807" cy="3517900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xmlns="" id="{A06BBBEF-98E1-4BF6-8762-8941F378C7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3426" y="499535"/>
            <a:ext cx="3731478" cy="3000142"/>
          </a:xfrm>
          <a:prstGeom prst="rect">
            <a:avLst/>
          </a:prstGeom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xmlns="" id="{95F5C76B-D9C5-4760-8415-D5585D01D5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3426" y="3499677"/>
            <a:ext cx="3745502" cy="2713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21917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12893BF7-BD23-41AF-8D7B-2AF76957C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339355"/>
            <a:ext cx="8534400" cy="1507067"/>
          </a:xfrm>
        </p:spPr>
        <p:txBody>
          <a:bodyPr/>
          <a:lstStyle/>
          <a:p>
            <a:r>
              <a:rPr lang="hu-HU" sz="4000" b="1" dirty="0"/>
              <a:t>Bevásárlólista logika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9765E1B2-375A-4284-8AE3-A7AEDB8D3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dirty="0"/>
              <a:t> </a:t>
            </a:r>
            <a:r>
              <a:rPr sz="2000" b="1" dirty="0" err="1">
                <a:solidFill>
                  <a:schemeClr val="bg1">
                    <a:lumMod val="50000"/>
                  </a:schemeClr>
                </a:solidFill>
              </a:rPr>
              <a:t>Fő</a:t>
            </a:r>
            <a:r>
              <a:rPr sz="20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sz="2000" b="1" dirty="0" err="1">
                <a:solidFill>
                  <a:schemeClr val="bg1">
                    <a:lumMod val="50000"/>
                  </a:schemeClr>
                </a:solidFill>
              </a:rPr>
              <a:t>lépések</a:t>
            </a:r>
            <a:r>
              <a:rPr sz="2000" b="1" dirty="0">
                <a:solidFill>
                  <a:schemeClr val="bg1">
                    <a:lumMod val="50000"/>
                  </a:schemeClr>
                </a:solidFill>
              </a:rPr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sz="2000" dirty="0"/>
              <a:t> Elem </a:t>
            </a:r>
            <a:r>
              <a:rPr sz="2000" dirty="0" err="1"/>
              <a:t>listázása</a:t>
            </a:r>
            <a:endParaRPr sz="2000" dirty="0"/>
          </a:p>
          <a:p>
            <a:pPr lvl="1">
              <a:buFont typeface="Arial" panose="020B0604020202020204" pitchFamily="34" charset="0"/>
              <a:buChar char="•"/>
            </a:pPr>
            <a:r>
              <a:rPr sz="2000" dirty="0"/>
              <a:t> </a:t>
            </a:r>
            <a:r>
              <a:rPr sz="2000" dirty="0" err="1"/>
              <a:t>Elemszám</a:t>
            </a:r>
            <a:r>
              <a:rPr sz="2000" dirty="0"/>
              <a:t> </a:t>
            </a:r>
            <a:r>
              <a:rPr sz="2000" dirty="0" err="1"/>
              <a:t>ellenőrzés</a:t>
            </a:r>
            <a:endParaRPr sz="2000" dirty="0"/>
          </a:p>
          <a:p>
            <a:pPr lvl="1">
              <a:buFont typeface="Arial" panose="020B0604020202020204" pitchFamily="34" charset="0"/>
              <a:buChar char="•"/>
            </a:pPr>
            <a:r>
              <a:rPr sz="2000" dirty="0"/>
              <a:t> </a:t>
            </a:r>
            <a:r>
              <a:rPr sz="2000" dirty="0" err="1"/>
              <a:t>Hiány</a:t>
            </a:r>
            <a:r>
              <a:rPr sz="2000" dirty="0"/>
              <a:t> </a:t>
            </a:r>
            <a:r>
              <a:rPr sz="2000" dirty="0" err="1"/>
              <a:t>listázás</a:t>
            </a:r>
            <a:endParaRPr sz="2000" dirty="0"/>
          </a:p>
          <a:p>
            <a:endParaRPr lang="hu-HU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xmlns="" id="{DFD8F10B-87AC-4134-A140-06053C8C7E7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67" y="-8466"/>
            <a:ext cx="903213" cy="872068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xmlns="" id="{76F26A6F-168D-42B5-B76A-A5C1EFC678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7614" y="1020808"/>
            <a:ext cx="6847602" cy="1038288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xmlns="" id="{99DFC7C0-1914-4953-8F92-B8B45D8BA7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7614" y="2059096"/>
            <a:ext cx="6847602" cy="583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38223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Kép 6">
            <a:extLst>
              <a:ext uri="{FF2B5EF4-FFF2-40B4-BE49-F238E27FC236}">
                <a16:creationId xmlns:a16="http://schemas.microsoft.com/office/drawing/2014/main" xmlns="" id="{747DB0FE-6E96-4C4D-AC6D-21137E7F395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3247" y="499535"/>
            <a:ext cx="2901615" cy="193441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350933"/>
            <a:ext cx="8534400" cy="1507067"/>
          </a:xfrm>
        </p:spPr>
        <p:txBody>
          <a:bodyPr/>
          <a:lstStyle/>
          <a:p>
            <a:r>
              <a:rPr sz="4000" b="1" dirty="0" err="1"/>
              <a:t>Célközönség</a:t>
            </a:r>
            <a:endParaRPr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dirty="0"/>
              <a:t> </a:t>
            </a:r>
            <a:r>
              <a:rPr sz="2000" dirty="0" err="1"/>
              <a:t>Családok</a:t>
            </a:r>
            <a:r>
              <a:rPr sz="2000" dirty="0"/>
              <a:t> </a:t>
            </a:r>
            <a:r>
              <a:rPr sz="2000" dirty="0" err="1"/>
              <a:t>és</a:t>
            </a:r>
            <a:r>
              <a:rPr sz="2000" dirty="0"/>
              <a:t> </a:t>
            </a:r>
            <a:r>
              <a:rPr sz="2000" dirty="0" err="1"/>
              <a:t>többfős</a:t>
            </a:r>
            <a:r>
              <a:rPr sz="2000" dirty="0"/>
              <a:t> </a:t>
            </a:r>
            <a:r>
              <a:rPr sz="2000" dirty="0" err="1"/>
              <a:t>háztartások</a:t>
            </a:r>
            <a:endParaRPr sz="2000" dirty="0"/>
          </a:p>
          <a:p>
            <a:r>
              <a:rPr sz="2000" dirty="0"/>
              <a:t> </a:t>
            </a:r>
            <a:r>
              <a:rPr sz="2000" dirty="0" err="1"/>
              <a:t>Diákok</a:t>
            </a:r>
            <a:r>
              <a:rPr sz="2000" dirty="0"/>
              <a:t> / </a:t>
            </a:r>
            <a:r>
              <a:rPr sz="2000" dirty="0" err="1"/>
              <a:t>közös</a:t>
            </a:r>
            <a:r>
              <a:rPr sz="2000" dirty="0"/>
              <a:t> </a:t>
            </a:r>
            <a:r>
              <a:rPr sz="2000" dirty="0" err="1"/>
              <a:t>albérletek</a:t>
            </a:r>
            <a:endParaRPr sz="2000" dirty="0"/>
          </a:p>
          <a:p>
            <a:r>
              <a:rPr lang="hu-HU" dirty="0"/>
              <a:t> </a:t>
            </a:r>
            <a:r>
              <a:rPr sz="2000" dirty="0" err="1"/>
              <a:t>Elfoglalt</a:t>
            </a:r>
            <a:r>
              <a:rPr sz="2000" dirty="0"/>
              <a:t> </a:t>
            </a:r>
            <a:r>
              <a:rPr sz="2000" dirty="0" err="1"/>
              <a:t>emberek</a:t>
            </a:r>
            <a:r>
              <a:rPr sz="2000" dirty="0"/>
              <a:t> </a:t>
            </a:r>
            <a:r>
              <a:rPr sz="2000" dirty="0" err="1"/>
              <a:t>akik</a:t>
            </a:r>
            <a:r>
              <a:rPr sz="2000" dirty="0"/>
              <a:t> </a:t>
            </a:r>
            <a:r>
              <a:rPr sz="2000" dirty="0" err="1"/>
              <a:t>rendszerezni</a:t>
            </a:r>
            <a:r>
              <a:rPr sz="2000" dirty="0"/>
              <a:t> </a:t>
            </a:r>
            <a:r>
              <a:rPr sz="2000" dirty="0" err="1"/>
              <a:t>szeretnék</a:t>
            </a:r>
            <a:r>
              <a:rPr sz="2000" dirty="0"/>
              <a:t> </a:t>
            </a:r>
            <a:r>
              <a:rPr sz="2000" dirty="0" err="1"/>
              <a:t>az</a:t>
            </a:r>
            <a:r>
              <a:rPr sz="2000" dirty="0"/>
              <a:t> </a:t>
            </a:r>
            <a:r>
              <a:rPr sz="2000" dirty="0" err="1"/>
              <a:t>élelmiszereket</a:t>
            </a:r>
            <a:endParaRPr sz="2000" dirty="0"/>
          </a:p>
          <a:p>
            <a:r>
              <a:rPr sz="2000" dirty="0"/>
              <a:t> </a:t>
            </a:r>
            <a:r>
              <a:rPr sz="2000" dirty="0" err="1"/>
              <a:t>Fenntarthatóság</a:t>
            </a:r>
            <a:r>
              <a:rPr sz="2000" dirty="0"/>
              <a:t> </a:t>
            </a:r>
            <a:r>
              <a:rPr sz="2000" dirty="0" err="1"/>
              <a:t>iránt</a:t>
            </a:r>
            <a:r>
              <a:rPr sz="2000" dirty="0"/>
              <a:t> </a:t>
            </a:r>
            <a:r>
              <a:rPr sz="2000" dirty="0" err="1"/>
              <a:t>érdeklődő</a:t>
            </a:r>
            <a:r>
              <a:rPr sz="2000" dirty="0"/>
              <a:t> </a:t>
            </a:r>
            <a:r>
              <a:rPr sz="2000" dirty="0" err="1"/>
              <a:t>felhasználók</a:t>
            </a:r>
            <a:endParaRPr sz="20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350933"/>
            <a:ext cx="8534400" cy="1507067"/>
          </a:xfrm>
        </p:spPr>
        <p:txBody>
          <a:bodyPr/>
          <a:lstStyle/>
          <a:p>
            <a:r>
              <a:rPr sz="4000" b="1" dirty="0" err="1"/>
              <a:t>Felhasználói</a:t>
            </a:r>
            <a:r>
              <a:rPr sz="4000" b="1" dirty="0"/>
              <a:t> </a:t>
            </a:r>
            <a:r>
              <a:rPr sz="4000" b="1" dirty="0" err="1"/>
              <a:t>folyamat</a:t>
            </a:r>
            <a:endParaRPr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dirty="0"/>
              <a:t> </a:t>
            </a:r>
            <a:r>
              <a:rPr sz="2000" dirty="0" err="1"/>
              <a:t>Felhasználó</a:t>
            </a:r>
            <a:r>
              <a:rPr sz="2000" dirty="0"/>
              <a:t> </a:t>
            </a:r>
            <a:r>
              <a:rPr sz="2000" dirty="0" err="1"/>
              <a:t>regisztrál</a:t>
            </a:r>
            <a:r>
              <a:rPr sz="2000" dirty="0"/>
              <a:t> </a:t>
            </a:r>
            <a:r>
              <a:rPr sz="2000" dirty="0" err="1"/>
              <a:t>vagy</a:t>
            </a:r>
            <a:r>
              <a:rPr sz="2000" dirty="0"/>
              <a:t> </a:t>
            </a:r>
            <a:r>
              <a:rPr sz="2000" dirty="0" err="1"/>
              <a:t>belép</a:t>
            </a:r>
            <a:endParaRPr sz="2000" dirty="0"/>
          </a:p>
          <a:p>
            <a:r>
              <a:rPr sz="2000" dirty="0"/>
              <a:t> </a:t>
            </a:r>
            <a:r>
              <a:rPr sz="2000" dirty="0" err="1"/>
              <a:t>Termékek</a:t>
            </a:r>
            <a:r>
              <a:rPr sz="2000" dirty="0"/>
              <a:t> </a:t>
            </a:r>
            <a:r>
              <a:rPr sz="2000" dirty="0" err="1"/>
              <a:t>hozzáadása</a:t>
            </a:r>
            <a:r>
              <a:rPr sz="2000" dirty="0"/>
              <a:t> a </a:t>
            </a:r>
            <a:r>
              <a:rPr sz="2000" dirty="0" err="1"/>
              <a:t>hűtőhöz</a:t>
            </a:r>
            <a:r>
              <a:rPr sz="2000" dirty="0"/>
              <a:t> </a:t>
            </a:r>
            <a:r>
              <a:rPr sz="2000" dirty="0" err="1"/>
              <a:t>vagy</a:t>
            </a:r>
            <a:r>
              <a:rPr sz="2000" dirty="0"/>
              <a:t> </a:t>
            </a:r>
            <a:r>
              <a:rPr sz="2000" dirty="0" err="1"/>
              <a:t>kamrához</a:t>
            </a:r>
            <a:endParaRPr sz="2000" dirty="0"/>
          </a:p>
          <a:p>
            <a:r>
              <a:rPr sz="2000" dirty="0"/>
              <a:t> </a:t>
            </a:r>
            <a:r>
              <a:rPr sz="2000" dirty="0" err="1"/>
              <a:t>Rendszer</a:t>
            </a:r>
            <a:r>
              <a:rPr sz="2000" dirty="0"/>
              <a:t> </a:t>
            </a:r>
            <a:r>
              <a:rPr sz="2000" dirty="0" err="1"/>
              <a:t>figyeli</a:t>
            </a:r>
            <a:r>
              <a:rPr sz="2000" dirty="0"/>
              <a:t> a </a:t>
            </a:r>
            <a:r>
              <a:rPr sz="2000" dirty="0" err="1"/>
              <a:t>mennyiséget</a:t>
            </a:r>
            <a:r>
              <a:rPr sz="2000" dirty="0"/>
              <a:t> </a:t>
            </a:r>
            <a:r>
              <a:rPr sz="2000" dirty="0" err="1"/>
              <a:t>és</a:t>
            </a:r>
            <a:r>
              <a:rPr sz="2000" dirty="0"/>
              <a:t> </a:t>
            </a:r>
            <a:r>
              <a:rPr sz="2000" dirty="0" err="1"/>
              <a:t>lejárati</a:t>
            </a:r>
            <a:r>
              <a:rPr sz="2000" dirty="0"/>
              <a:t> </a:t>
            </a:r>
            <a:r>
              <a:rPr sz="2000" dirty="0" err="1"/>
              <a:t>időt</a:t>
            </a:r>
            <a:endParaRPr sz="2000" dirty="0"/>
          </a:p>
          <a:p>
            <a:r>
              <a:rPr sz="2000" dirty="0"/>
              <a:t> </a:t>
            </a:r>
            <a:r>
              <a:rPr sz="2000" dirty="0" err="1"/>
              <a:t>Hiányzó</a:t>
            </a:r>
            <a:r>
              <a:rPr sz="2000" dirty="0"/>
              <a:t> </a:t>
            </a:r>
            <a:r>
              <a:rPr sz="2000" dirty="0" err="1"/>
              <a:t>termékek</a:t>
            </a:r>
            <a:r>
              <a:rPr sz="2000" dirty="0"/>
              <a:t> </a:t>
            </a:r>
            <a:r>
              <a:rPr sz="2000" dirty="0" err="1"/>
              <a:t>automatikusan</a:t>
            </a:r>
            <a:r>
              <a:rPr sz="2000" dirty="0"/>
              <a:t> </a:t>
            </a:r>
            <a:r>
              <a:rPr sz="2000" dirty="0" err="1"/>
              <a:t>bevásárlólistára</a:t>
            </a:r>
            <a:r>
              <a:rPr sz="2000" dirty="0"/>
              <a:t> </a:t>
            </a:r>
            <a:r>
              <a:rPr sz="2000" dirty="0" err="1"/>
              <a:t>kerülnek</a:t>
            </a:r>
            <a:endParaRPr sz="20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350933"/>
            <a:ext cx="8534400" cy="1507067"/>
          </a:xfrm>
        </p:spPr>
        <p:txBody>
          <a:bodyPr/>
          <a:lstStyle/>
          <a:p>
            <a:r>
              <a:rPr sz="4000" b="1" dirty="0" err="1"/>
              <a:t>Raktár</a:t>
            </a:r>
            <a:r>
              <a:rPr sz="4000" b="1" dirty="0"/>
              <a:t> </a:t>
            </a:r>
            <a:r>
              <a:rPr sz="4000" b="1" dirty="0" err="1"/>
              <a:t>kezelés</a:t>
            </a:r>
            <a:r>
              <a:rPr sz="4000" b="1" dirty="0"/>
              <a:t> </a:t>
            </a:r>
            <a:r>
              <a:rPr sz="4000" b="1" dirty="0" err="1"/>
              <a:t>működése</a:t>
            </a:r>
            <a:endParaRPr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dirty="0"/>
              <a:t> </a:t>
            </a:r>
            <a:r>
              <a:rPr sz="2000" dirty="0" err="1"/>
              <a:t>Termék</a:t>
            </a:r>
            <a:r>
              <a:rPr sz="2000" dirty="0"/>
              <a:t> </a:t>
            </a:r>
            <a:r>
              <a:rPr sz="2000" dirty="0" err="1"/>
              <a:t>hozzáadása</a:t>
            </a:r>
            <a:r>
              <a:rPr sz="2000" dirty="0"/>
              <a:t> </a:t>
            </a:r>
            <a:r>
              <a:rPr sz="2000" dirty="0" err="1"/>
              <a:t>névvel</a:t>
            </a:r>
            <a:r>
              <a:rPr sz="2000" dirty="0"/>
              <a:t> </a:t>
            </a:r>
            <a:r>
              <a:rPr sz="2000" dirty="0" err="1"/>
              <a:t>és</a:t>
            </a:r>
            <a:r>
              <a:rPr sz="2000" dirty="0"/>
              <a:t> </a:t>
            </a:r>
            <a:r>
              <a:rPr sz="2000" dirty="0" err="1"/>
              <a:t>mennyiséggel</a:t>
            </a:r>
            <a:endParaRPr sz="2000" dirty="0"/>
          </a:p>
          <a:p>
            <a:r>
              <a:rPr sz="2000" dirty="0"/>
              <a:t> </a:t>
            </a:r>
            <a:r>
              <a:rPr sz="2000" dirty="0" err="1"/>
              <a:t>Lejárati</a:t>
            </a:r>
            <a:r>
              <a:rPr sz="2000" dirty="0"/>
              <a:t> </a:t>
            </a:r>
            <a:r>
              <a:rPr sz="2000" dirty="0" err="1"/>
              <a:t>idő</a:t>
            </a:r>
            <a:r>
              <a:rPr sz="2000" dirty="0"/>
              <a:t> </a:t>
            </a:r>
            <a:r>
              <a:rPr sz="2000" dirty="0" err="1"/>
              <a:t>rögzítése</a:t>
            </a:r>
            <a:endParaRPr sz="2000" dirty="0"/>
          </a:p>
          <a:p>
            <a:r>
              <a:rPr sz="2000" dirty="0"/>
              <a:t> </a:t>
            </a:r>
            <a:r>
              <a:rPr sz="2000" dirty="0" err="1"/>
              <a:t>Termék</a:t>
            </a:r>
            <a:r>
              <a:rPr sz="2000" dirty="0"/>
              <a:t> </a:t>
            </a:r>
            <a:r>
              <a:rPr sz="2000" dirty="0" err="1"/>
              <a:t>frissítése</a:t>
            </a:r>
            <a:r>
              <a:rPr sz="2000" dirty="0"/>
              <a:t> </a:t>
            </a:r>
            <a:r>
              <a:rPr sz="2000" dirty="0" err="1"/>
              <a:t>vagy</a:t>
            </a:r>
            <a:r>
              <a:rPr sz="2000" dirty="0"/>
              <a:t> </a:t>
            </a:r>
            <a:r>
              <a:rPr sz="2000" dirty="0" err="1"/>
              <a:t>törlése</a:t>
            </a:r>
            <a:endParaRPr sz="2000" dirty="0"/>
          </a:p>
          <a:p>
            <a:r>
              <a:rPr sz="2000" dirty="0"/>
              <a:t> </a:t>
            </a:r>
            <a:r>
              <a:rPr sz="2000" dirty="0" err="1"/>
              <a:t>Automatikus</a:t>
            </a:r>
            <a:r>
              <a:rPr sz="2000" dirty="0"/>
              <a:t> </a:t>
            </a:r>
            <a:r>
              <a:rPr sz="2000" dirty="0" err="1"/>
              <a:t>figyelmeztetés</a:t>
            </a:r>
            <a:r>
              <a:rPr sz="2000" dirty="0"/>
              <a:t> </a:t>
            </a:r>
            <a:r>
              <a:rPr sz="2000" dirty="0" err="1"/>
              <a:t>lejárat</a:t>
            </a:r>
            <a:r>
              <a:rPr sz="2000" dirty="0"/>
              <a:t> </a:t>
            </a:r>
            <a:r>
              <a:rPr sz="2000" dirty="0" err="1"/>
              <a:t>előtt</a:t>
            </a:r>
            <a:endParaRPr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350933"/>
            <a:ext cx="8534400" cy="1507067"/>
          </a:xfrm>
        </p:spPr>
        <p:txBody>
          <a:bodyPr/>
          <a:lstStyle/>
          <a:p>
            <a:r>
              <a:rPr sz="4000" b="1" dirty="0" err="1"/>
              <a:t>Recept</a:t>
            </a:r>
            <a:r>
              <a:rPr sz="4000" b="1" dirty="0"/>
              <a:t> </a:t>
            </a:r>
            <a:r>
              <a:rPr sz="4000" b="1" dirty="0" err="1"/>
              <a:t>ellenőrzés</a:t>
            </a:r>
            <a:r>
              <a:rPr sz="4000" b="1" dirty="0"/>
              <a:t> </a:t>
            </a:r>
            <a:r>
              <a:rPr sz="4000" b="1" dirty="0" err="1"/>
              <a:t>logika</a:t>
            </a:r>
            <a:endParaRPr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dirty="0"/>
              <a:t> </a:t>
            </a:r>
            <a:r>
              <a:rPr sz="2000" dirty="0" err="1"/>
              <a:t>Felhasználó</a:t>
            </a:r>
            <a:r>
              <a:rPr sz="2000" dirty="0"/>
              <a:t> </a:t>
            </a:r>
            <a:r>
              <a:rPr sz="2000" dirty="0" err="1"/>
              <a:t>kiválaszt</a:t>
            </a:r>
            <a:r>
              <a:rPr sz="2000" dirty="0"/>
              <a:t> </a:t>
            </a:r>
            <a:r>
              <a:rPr sz="2000" dirty="0" err="1"/>
              <a:t>egy</a:t>
            </a:r>
            <a:r>
              <a:rPr sz="2000" dirty="0"/>
              <a:t> </a:t>
            </a:r>
            <a:r>
              <a:rPr sz="2000" dirty="0" err="1"/>
              <a:t>receptet</a:t>
            </a:r>
            <a:endParaRPr sz="2000" dirty="0"/>
          </a:p>
          <a:p>
            <a:r>
              <a:rPr sz="2000" dirty="0"/>
              <a:t> </a:t>
            </a:r>
            <a:r>
              <a:rPr sz="2000" dirty="0" err="1"/>
              <a:t>Rendszer</a:t>
            </a:r>
            <a:r>
              <a:rPr sz="2000" dirty="0"/>
              <a:t> </a:t>
            </a:r>
            <a:r>
              <a:rPr sz="2000" dirty="0" err="1"/>
              <a:t>lekéri</a:t>
            </a:r>
            <a:r>
              <a:rPr sz="2000" dirty="0"/>
              <a:t> a </a:t>
            </a:r>
            <a:r>
              <a:rPr sz="2000" dirty="0" err="1"/>
              <a:t>recept</a:t>
            </a:r>
            <a:r>
              <a:rPr sz="2000" dirty="0"/>
              <a:t> </a:t>
            </a:r>
            <a:r>
              <a:rPr sz="2000" dirty="0" err="1"/>
              <a:t>hozzávalóit</a:t>
            </a:r>
            <a:r>
              <a:rPr sz="2000" dirty="0"/>
              <a:t> API-</a:t>
            </a:r>
            <a:r>
              <a:rPr sz="2000" dirty="0" err="1"/>
              <a:t>ból</a:t>
            </a:r>
            <a:endParaRPr sz="2000" dirty="0"/>
          </a:p>
          <a:p>
            <a:r>
              <a:rPr sz="2000" dirty="0"/>
              <a:t> </a:t>
            </a:r>
            <a:r>
              <a:rPr sz="2000" dirty="0" err="1"/>
              <a:t>Összeveti</a:t>
            </a:r>
            <a:r>
              <a:rPr sz="2000" dirty="0"/>
              <a:t> a </a:t>
            </a:r>
            <a:r>
              <a:rPr sz="2000" dirty="0" err="1"/>
              <a:t>raktárban</a:t>
            </a:r>
            <a:r>
              <a:rPr sz="2000" dirty="0"/>
              <a:t> </a:t>
            </a:r>
            <a:r>
              <a:rPr sz="2000" dirty="0" err="1"/>
              <a:t>lévő</a:t>
            </a:r>
            <a:r>
              <a:rPr sz="2000" dirty="0"/>
              <a:t> </a:t>
            </a:r>
            <a:r>
              <a:rPr sz="2000" dirty="0" err="1"/>
              <a:t>termékekkel</a:t>
            </a:r>
            <a:endParaRPr sz="2000" dirty="0"/>
          </a:p>
          <a:p>
            <a:r>
              <a:rPr sz="2000" dirty="0"/>
              <a:t> </a:t>
            </a:r>
            <a:r>
              <a:rPr sz="2000" dirty="0" err="1"/>
              <a:t>Hiányzó</a:t>
            </a:r>
            <a:r>
              <a:rPr sz="2000" dirty="0"/>
              <a:t> </a:t>
            </a:r>
            <a:r>
              <a:rPr sz="2000" dirty="0" err="1"/>
              <a:t>elemek</a:t>
            </a:r>
            <a:r>
              <a:rPr sz="2000" dirty="0"/>
              <a:t> </a:t>
            </a:r>
            <a:r>
              <a:rPr sz="2000" dirty="0" err="1"/>
              <a:t>hozzáadása</a:t>
            </a:r>
            <a:r>
              <a:rPr sz="2000" dirty="0"/>
              <a:t> </a:t>
            </a:r>
            <a:r>
              <a:rPr sz="2000" dirty="0" err="1"/>
              <a:t>bevásárlólistához</a:t>
            </a:r>
            <a:endParaRPr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350933"/>
            <a:ext cx="8534400" cy="1507067"/>
          </a:xfrm>
        </p:spPr>
        <p:txBody>
          <a:bodyPr/>
          <a:lstStyle/>
          <a:p>
            <a:r>
              <a:rPr sz="4000" b="1" dirty="0" err="1"/>
              <a:t>Külső</a:t>
            </a:r>
            <a:r>
              <a:rPr sz="4000" b="1" dirty="0"/>
              <a:t> API </a:t>
            </a:r>
            <a:r>
              <a:rPr sz="4000" b="1" dirty="0" err="1"/>
              <a:t>használat</a:t>
            </a:r>
            <a:endParaRPr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dirty="0"/>
              <a:t> </a:t>
            </a:r>
            <a:r>
              <a:rPr sz="2000" dirty="0" err="1"/>
              <a:t>Receptek</a:t>
            </a:r>
            <a:r>
              <a:rPr sz="2000" dirty="0"/>
              <a:t> </a:t>
            </a:r>
            <a:r>
              <a:rPr sz="2000" dirty="0" err="1"/>
              <a:t>lekérése</a:t>
            </a:r>
            <a:r>
              <a:rPr sz="2000" dirty="0"/>
              <a:t> online </a:t>
            </a:r>
            <a:r>
              <a:rPr sz="2000" dirty="0" err="1"/>
              <a:t>adatbázisból</a:t>
            </a:r>
            <a:endParaRPr sz="2000" dirty="0"/>
          </a:p>
          <a:p>
            <a:r>
              <a:rPr sz="2000" dirty="0"/>
              <a:t> </a:t>
            </a:r>
            <a:r>
              <a:rPr sz="2000" dirty="0" err="1"/>
              <a:t>Keresés</a:t>
            </a:r>
            <a:r>
              <a:rPr sz="2000" dirty="0"/>
              <a:t> </a:t>
            </a:r>
            <a:r>
              <a:rPr sz="2000" dirty="0" err="1"/>
              <a:t>alapanyag</a:t>
            </a:r>
            <a:r>
              <a:rPr sz="2000" dirty="0"/>
              <a:t> </a:t>
            </a:r>
            <a:r>
              <a:rPr sz="2000" dirty="0" err="1"/>
              <a:t>alapján</a:t>
            </a:r>
            <a:endParaRPr sz="2000" dirty="0"/>
          </a:p>
          <a:p>
            <a:r>
              <a:rPr sz="2000" dirty="0"/>
              <a:t> </a:t>
            </a:r>
            <a:r>
              <a:rPr sz="2000" dirty="0" err="1"/>
              <a:t>Receptek</a:t>
            </a:r>
            <a:r>
              <a:rPr sz="2000" dirty="0"/>
              <a:t> </a:t>
            </a:r>
            <a:r>
              <a:rPr sz="2000" dirty="0" err="1"/>
              <a:t>szűrése</a:t>
            </a:r>
            <a:r>
              <a:rPr sz="2000" dirty="0"/>
              <a:t> </a:t>
            </a:r>
            <a:r>
              <a:rPr sz="2000" dirty="0" err="1"/>
              <a:t>diéta</a:t>
            </a:r>
            <a:r>
              <a:rPr sz="2000" dirty="0"/>
              <a:t> </a:t>
            </a:r>
            <a:r>
              <a:rPr sz="2000" dirty="0" err="1"/>
              <a:t>vagy</a:t>
            </a:r>
            <a:r>
              <a:rPr sz="2000" dirty="0"/>
              <a:t> </a:t>
            </a:r>
            <a:r>
              <a:rPr sz="2000" dirty="0" err="1"/>
              <a:t>kategória</a:t>
            </a:r>
            <a:r>
              <a:rPr sz="2000" dirty="0"/>
              <a:t> </a:t>
            </a:r>
            <a:r>
              <a:rPr sz="2000" dirty="0" err="1"/>
              <a:t>szerint</a:t>
            </a:r>
            <a:endParaRPr sz="2000" dirty="0"/>
          </a:p>
          <a:p>
            <a:r>
              <a:rPr sz="2000" dirty="0"/>
              <a:t> API </a:t>
            </a:r>
            <a:r>
              <a:rPr sz="2000" dirty="0" err="1"/>
              <a:t>válasz</a:t>
            </a:r>
            <a:r>
              <a:rPr sz="2000" dirty="0"/>
              <a:t> </a:t>
            </a:r>
            <a:r>
              <a:rPr sz="2000" dirty="0" err="1"/>
              <a:t>feldolgozása</a:t>
            </a:r>
            <a:r>
              <a:rPr sz="2000" dirty="0"/>
              <a:t> backend </a:t>
            </a:r>
            <a:r>
              <a:rPr sz="2000" dirty="0" err="1"/>
              <a:t>oldalon</a:t>
            </a:r>
            <a:endParaRPr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350933"/>
            <a:ext cx="8534400" cy="1507067"/>
          </a:xfrm>
        </p:spPr>
        <p:txBody>
          <a:bodyPr/>
          <a:lstStyle/>
          <a:p>
            <a:r>
              <a:rPr sz="4000" b="1" dirty="0" err="1"/>
              <a:t>Értesítési</a:t>
            </a:r>
            <a:r>
              <a:rPr sz="4000" b="1" dirty="0"/>
              <a:t> </a:t>
            </a:r>
            <a:r>
              <a:rPr sz="4000" b="1" dirty="0" err="1"/>
              <a:t>rendszer</a:t>
            </a:r>
            <a:endParaRPr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dirty="0"/>
              <a:t> </a:t>
            </a:r>
            <a:r>
              <a:rPr sz="2000" dirty="0" err="1"/>
              <a:t>Lejáró</a:t>
            </a:r>
            <a:r>
              <a:rPr sz="2000" dirty="0"/>
              <a:t> </a:t>
            </a:r>
            <a:r>
              <a:rPr sz="2000" dirty="0" err="1"/>
              <a:t>termékek</a:t>
            </a:r>
            <a:r>
              <a:rPr sz="2000" dirty="0"/>
              <a:t> </a:t>
            </a:r>
            <a:r>
              <a:rPr sz="2000" dirty="0" err="1"/>
              <a:t>figyelése</a:t>
            </a:r>
            <a:endParaRPr sz="2000" dirty="0"/>
          </a:p>
          <a:p>
            <a:r>
              <a:rPr sz="2000" dirty="0"/>
              <a:t> Push </a:t>
            </a:r>
            <a:r>
              <a:rPr sz="2000" dirty="0" err="1"/>
              <a:t>értesítések</a:t>
            </a:r>
            <a:r>
              <a:rPr sz="2000"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350933"/>
            <a:ext cx="8534400" cy="1507067"/>
          </a:xfrm>
        </p:spPr>
        <p:txBody>
          <a:bodyPr/>
          <a:lstStyle/>
          <a:p>
            <a:r>
              <a:rPr sz="4000" b="1" dirty="0" err="1"/>
              <a:t>Biztonság</a:t>
            </a:r>
            <a:endParaRPr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dirty="0"/>
              <a:t> </a:t>
            </a:r>
            <a:r>
              <a:rPr sz="2000" dirty="0" err="1"/>
              <a:t>Felhasználó</a:t>
            </a:r>
            <a:r>
              <a:rPr sz="2000" dirty="0"/>
              <a:t> </a:t>
            </a:r>
            <a:r>
              <a:rPr sz="2000" dirty="0" err="1"/>
              <a:t>hitelesítés</a:t>
            </a:r>
            <a:r>
              <a:rPr sz="2000" dirty="0"/>
              <a:t> (Auth)</a:t>
            </a:r>
          </a:p>
          <a:p>
            <a:r>
              <a:rPr sz="2000" dirty="0"/>
              <a:t> Token </a:t>
            </a:r>
            <a:r>
              <a:rPr sz="2000" dirty="0" err="1"/>
              <a:t>alapú</a:t>
            </a:r>
            <a:r>
              <a:rPr sz="2000" dirty="0"/>
              <a:t> </a:t>
            </a:r>
            <a:r>
              <a:rPr sz="2000" dirty="0" err="1"/>
              <a:t>hozzáférés</a:t>
            </a:r>
            <a:endParaRPr sz="2000" dirty="0"/>
          </a:p>
          <a:p>
            <a:r>
              <a:rPr sz="2000" dirty="0"/>
              <a:t> </a:t>
            </a:r>
            <a:r>
              <a:rPr sz="2000" dirty="0" err="1"/>
              <a:t>Adatvédelem</a:t>
            </a:r>
            <a:r>
              <a:rPr sz="2000" dirty="0"/>
              <a:t> </a:t>
            </a:r>
            <a:r>
              <a:rPr sz="2000" dirty="0" err="1"/>
              <a:t>és</a:t>
            </a:r>
            <a:r>
              <a:rPr sz="2000" dirty="0"/>
              <a:t> </a:t>
            </a:r>
            <a:r>
              <a:rPr sz="2000" dirty="0" err="1"/>
              <a:t>jogosultság</a:t>
            </a:r>
            <a:r>
              <a:rPr sz="2000" dirty="0"/>
              <a:t> </a:t>
            </a:r>
            <a:r>
              <a:rPr sz="2000" dirty="0" err="1"/>
              <a:t>kezelés</a:t>
            </a:r>
            <a:endParaRPr sz="2000" dirty="0"/>
          </a:p>
          <a:p>
            <a:r>
              <a:rPr sz="2000" dirty="0"/>
              <a:t> </a:t>
            </a:r>
            <a:r>
              <a:rPr sz="2000" dirty="0" err="1"/>
              <a:t>Biztonságos</a:t>
            </a:r>
            <a:r>
              <a:rPr sz="2000" dirty="0"/>
              <a:t> API </a:t>
            </a:r>
            <a:r>
              <a:rPr sz="2000" dirty="0" err="1"/>
              <a:t>kommunikáció</a:t>
            </a:r>
            <a:endParaRPr sz="20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350933"/>
            <a:ext cx="8534400" cy="1507067"/>
          </a:xfrm>
        </p:spPr>
        <p:txBody>
          <a:bodyPr/>
          <a:lstStyle/>
          <a:p>
            <a:r>
              <a:rPr sz="4000" b="1" dirty="0" err="1"/>
              <a:t>Jövőbeli</a:t>
            </a:r>
            <a:r>
              <a:rPr sz="4000" b="1" dirty="0"/>
              <a:t> </a:t>
            </a:r>
            <a:r>
              <a:rPr sz="4000" b="1" dirty="0" err="1"/>
              <a:t>fejlesztések</a:t>
            </a:r>
            <a:endParaRPr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dirty="0"/>
              <a:t> </a:t>
            </a:r>
            <a:r>
              <a:rPr sz="2000" dirty="0" err="1"/>
              <a:t>Vonalkód</a:t>
            </a:r>
            <a:r>
              <a:rPr sz="2000" dirty="0"/>
              <a:t> </a:t>
            </a:r>
            <a:r>
              <a:rPr sz="2000" dirty="0" err="1"/>
              <a:t>beolvasás</a:t>
            </a:r>
            <a:r>
              <a:rPr sz="2000" dirty="0"/>
              <a:t> </a:t>
            </a:r>
            <a:r>
              <a:rPr sz="2000" dirty="0" err="1"/>
              <a:t>termékekhez</a:t>
            </a:r>
            <a:endParaRPr sz="2000" dirty="0"/>
          </a:p>
          <a:p>
            <a:r>
              <a:rPr sz="2000" dirty="0"/>
              <a:t> AI </a:t>
            </a:r>
            <a:r>
              <a:rPr sz="2000" dirty="0" err="1"/>
              <a:t>alapú</a:t>
            </a:r>
            <a:r>
              <a:rPr sz="2000" dirty="0"/>
              <a:t> </a:t>
            </a:r>
            <a:r>
              <a:rPr sz="2000" dirty="0" err="1"/>
              <a:t>recept</a:t>
            </a:r>
            <a:r>
              <a:rPr sz="2000" dirty="0"/>
              <a:t> </a:t>
            </a:r>
            <a:r>
              <a:rPr sz="2000" dirty="0" err="1"/>
              <a:t>ajánló</a:t>
            </a:r>
            <a:endParaRPr sz="2000" dirty="0"/>
          </a:p>
          <a:p>
            <a:r>
              <a:rPr sz="2000" dirty="0"/>
              <a:t> </a:t>
            </a:r>
            <a:r>
              <a:rPr sz="2000" dirty="0" err="1"/>
              <a:t>Automatikus</a:t>
            </a:r>
            <a:r>
              <a:rPr sz="2000" dirty="0"/>
              <a:t> </a:t>
            </a:r>
            <a:r>
              <a:rPr sz="2000" dirty="0" err="1"/>
              <a:t>felismerés</a:t>
            </a:r>
            <a:r>
              <a:rPr sz="2000" dirty="0"/>
              <a:t> </a:t>
            </a:r>
            <a:r>
              <a:rPr sz="2000" dirty="0" err="1"/>
              <a:t>okos</a:t>
            </a:r>
            <a:r>
              <a:rPr sz="2000" dirty="0"/>
              <a:t> </a:t>
            </a:r>
            <a:r>
              <a:rPr sz="2000" dirty="0" err="1"/>
              <a:t>hűtővel</a:t>
            </a:r>
            <a:endParaRPr sz="2000" dirty="0"/>
          </a:p>
          <a:p>
            <a:r>
              <a:rPr sz="2000" dirty="0"/>
              <a:t> Mobil </a:t>
            </a:r>
            <a:r>
              <a:rPr sz="2000" dirty="0" err="1"/>
              <a:t>alkalmazás</a:t>
            </a:r>
            <a:r>
              <a:rPr sz="2000" dirty="0"/>
              <a:t> </a:t>
            </a:r>
            <a:r>
              <a:rPr sz="2000" dirty="0" err="1"/>
              <a:t>fejlesztése</a:t>
            </a:r>
            <a:endParaRPr sz="20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350933"/>
            <a:ext cx="8534400" cy="1507067"/>
          </a:xfrm>
        </p:spPr>
        <p:txBody>
          <a:bodyPr/>
          <a:lstStyle/>
          <a:p>
            <a:r>
              <a:rPr sz="4000" b="1" dirty="0" err="1"/>
              <a:t>Rövid</a:t>
            </a:r>
            <a:r>
              <a:rPr sz="4000" b="1" dirty="0"/>
              <a:t> demo </a:t>
            </a:r>
            <a:r>
              <a:rPr sz="4000" b="1" dirty="0" err="1"/>
              <a:t>forgatókönyv</a:t>
            </a:r>
            <a:endParaRPr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dirty="0"/>
              <a:t> </a:t>
            </a:r>
            <a:r>
              <a:rPr sz="2000" dirty="0" err="1"/>
              <a:t>Felhasználó</a:t>
            </a:r>
            <a:r>
              <a:rPr sz="2000" dirty="0"/>
              <a:t> </a:t>
            </a:r>
            <a:r>
              <a:rPr sz="2000" dirty="0" err="1"/>
              <a:t>belép</a:t>
            </a:r>
            <a:endParaRPr sz="2000" dirty="0"/>
          </a:p>
          <a:p>
            <a:r>
              <a:rPr sz="2000" dirty="0"/>
              <a:t> </a:t>
            </a:r>
            <a:r>
              <a:rPr sz="2000" dirty="0" err="1"/>
              <a:t>Hozzáad</a:t>
            </a:r>
            <a:r>
              <a:rPr sz="2000" dirty="0"/>
              <a:t> </a:t>
            </a:r>
            <a:r>
              <a:rPr sz="2000" dirty="0" err="1"/>
              <a:t>néhány</a:t>
            </a:r>
            <a:r>
              <a:rPr sz="2000" dirty="0"/>
              <a:t> </a:t>
            </a:r>
            <a:r>
              <a:rPr sz="2000" dirty="0" err="1"/>
              <a:t>terméket</a:t>
            </a:r>
            <a:r>
              <a:rPr sz="2000" dirty="0"/>
              <a:t> a </a:t>
            </a:r>
            <a:r>
              <a:rPr sz="2000" dirty="0" err="1"/>
              <a:t>raktárhoz</a:t>
            </a:r>
            <a:endParaRPr sz="2000" dirty="0"/>
          </a:p>
          <a:p>
            <a:r>
              <a:rPr sz="2000" dirty="0"/>
              <a:t> </a:t>
            </a:r>
            <a:r>
              <a:rPr sz="2000" dirty="0" err="1"/>
              <a:t>Kiválaszt</a:t>
            </a:r>
            <a:r>
              <a:rPr sz="2000" dirty="0"/>
              <a:t> </a:t>
            </a:r>
            <a:r>
              <a:rPr sz="2000" dirty="0" err="1"/>
              <a:t>egy</a:t>
            </a:r>
            <a:r>
              <a:rPr sz="2000" dirty="0"/>
              <a:t> </a:t>
            </a:r>
            <a:r>
              <a:rPr sz="2000" dirty="0" err="1"/>
              <a:t>receptet</a:t>
            </a:r>
            <a:endParaRPr sz="2000" dirty="0"/>
          </a:p>
          <a:p>
            <a:r>
              <a:rPr sz="2000" dirty="0"/>
              <a:t> </a:t>
            </a:r>
            <a:r>
              <a:rPr sz="2000" dirty="0" err="1"/>
              <a:t>Rendszer</a:t>
            </a:r>
            <a:r>
              <a:rPr sz="2000" dirty="0"/>
              <a:t> </a:t>
            </a:r>
            <a:r>
              <a:rPr sz="2000" dirty="0" err="1"/>
              <a:t>megmutatja</a:t>
            </a:r>
            <a:r>
              <a:rPr sz="2000" dirty="0"/>
              <a:t> mi </a:t>
            </a:r>
            <a:r>
              <a:rPr sz="2000" dirty="0" err="1"/>
              <a:t>hiányzik</a:t>
            </a:r>
            <a:endParaRPr sz="20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350933"/>
            <a:ext cx="8534400" cy="1507067"/>
          </a:xfrm>
        </p:spPr>
        <p:txBody>
          <a:bodyPr/>
          <a:lstStyle/>
          <a:p>
            <a:r>
              <a:rPr b="1" dirty="0" err="1"/>
              <a:t>Rendszer</a:t>
            </a:r>
            <a:r>
              <a:rPr b="1" dirty="0"/>
              <a:t> </a:t>
            </a:r>
            <a:r>
              <a:rPr b="1" dirty="0" err="1"/>
              <a:t>architektúra</a:t>
            </a:r>
            <a:endParaRPr b="1" dirty="0"/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2011680" cy="10058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dirty="0">
                <a:solidFill>
                  <a:schemeClr val="tx2"/>
                </a:solidFill>
              </a:rPr>
              <a:t>Frontend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1828800"/>
            <a:ext cx="2011680" cy="10058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dirty="0">
                <a:solidFill>
                  <a:schemeClr val="tx2"/>
                </a:solidFill>
              </a:rPr>
              <a:t>Backend</a:t>
            </a:r>
            <a:endParaRPr lang="hu-HU" sz="1600" dirty="0">
              <a:solidFill>
                <a:schemeClr val="tx2"/>
              </a:solidFill>
            </a:endParaRPr>
          </a:p>
          <a:p>
            <a:endParaRPr sz="1600" dirty="0">
              <a:solidFill>
                <a:schemeClr val="tx2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58000" y="914400"/>
            <a:ext cx="2011680" cy="10058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dirty="0">
                <a:solidFill>
                  <a:schemeClr val="tx2"/>
                </a:solidFill>
              </a:rPr>
              <a:t>Database</a:t>
            </a:r>
          </a:p>
          <a:p>
            <a:endParaRPr sz="1600" dirty="0">
              <a:solidFill>
                <a:schemeClr val="tx2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58000" y="2926080"/>
            <a:ext cx="2011680" cy="10058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dirty="0">
                <a:solidFill>
                  <a:schemeClr val="tx2"/>
                </a:solidFill>
              </a:rPr>
              <a:t>Recipe API</a:t>
            </a:r>
          </a:p>
          <a:p>
            <a:endParaRPr sz="1600" dirty="0">
              <a:solidFill>
                <a:schemeClr val="tx2"/>
              </a:solidFill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2468880" y="2286000"/>
            <a:ext cx="11887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5669280" y="1463040"/>
            <a:ext cx="1188720" cy="8229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669280" y="2286000"/>
            <a:ext cx="1188720" cy="10972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350933"/>
            <a:ext cx="8534400" cy="1507067"/>
          </a:xfrm>
        </p:spPr>
        <p:txBody>
          <a:bodyPr/>
          <a:lstStyle/>
          <a:p>
            <a:r>
              <a:rPr b="1" dirty="0" err="1"/>
              <a:t>Bevásárlólista</a:t>
            </a:r>
            <a:r>
              <a:rPr b="1" dirty="0"/>
              <a:t> </a:t>
            </a:r>
            <a:r>
              <a:rPr b="1" dirty="0" err="1"/>
              <a:t>működési</a:t>
            </a:r>
            <a:r>
              <a:rPr b="1" dirty="0"/>
              <a:t> </a:t>
            </a:r>
            <a:r>
              <a:rPr b="1" dirty="0" err="1"/>
              <a:t>folyamat</a:t>
            </a:r>
            <a:endParaRPr b="1" dirty="0"/>
          </a:p>
        </p:txBody>
      </p:sp>
      <p:sp>
        <p:nvSpPr>
          <p:cNvPr id="3" name="Rectangle 2"/>
          <p:cNvSpPr/>
          <p:nvPr/>
        </p:nvSpPr>
        <p:spPr>
          <a:xfrm>
            <a:off x="457200" y="2011680"/>
            <a:ext cx="201168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dirty="0" err="1">
                <a:solidFill>
                  <a:schemeClr val="tx2"/>
                </a:solidFill>
              </a:rPr>
              <a:t>Felhasználó</a:t>
            </a:r>
            <a:r>
              <a:rPr sz="1600" dirty="0">
                <a:solidFill>
                  <a:schemeClr val="tx2"/>
                </a:solidFill>
              </a:rPr>
              <a:t> </a:t>
            </a:r>
            <a:r>
              <a:rPr sz="1600" dirty="0" err="1">
                <a:solidFill>
                  <a:schemeClr val="tx2"/>
                </a:solidFill>
              </a:rPr>
              <a:t>hozzáad</a:t>
            </a:r>
            <a:endParaRPr sz="1600" dirty="0">
              <a:solidFill>
                <a:schemeClr val="tx2"/>
              </a:solidFill>
            </a:endParaRPr>
          </a:p>
          <a:p>
            <a:r>
              <a:rPr sz="1600" dirty="0" err="1">
                <a:solidFill>
                  <a:schemeClr val="tx2"/>
                </a:solidFill>
              </a:rPr>
              <a:t>terméket</a:t>
            </a:r>
            <a:endParaRPr sz="1600" dirty="0">
              <a:solidFill>
                <a:schemeClr val="tx2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743200" y="2011680"/>
            <a:ext cx="201168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dirty="0" err="1">
                <a:solidFill>
                  <a:schemeClr val="tx2"/>
                </a:solidFill>
              </a:rPr>
              <a:t>Rendszer</a:t>
            </a:r>
            <a:r>
              <a:rPr sz="1600" dirty="0">
                <a:solidFill>
                  <a:schemeClr val="tx2"/>
                </a:solidFill>
              </a:rPr>
              <a:t> </a:t>
            </a:r>
            <a:r>
              <a:rPr sz="1600" dirty="0" err="1">
                <a:solidFill>
                  <a:schemeClr val="tx2"/>
                </a:solidFill>
              </a:rPr>
              <a:t>ellenőrzi</a:t>
            </a:r>
            <a:endParaRPr sz="1600" dirty="0">
              <a:solidFill>
                <a:schemeClr val="tx2"/>
              </a:solidFill>
            </a:endParaRPr>
          </a:p>
          <a:p>
            <a:r>
              <a:rPr sz="1600" dirty="0" err="1">
                <a:solidFill>
                  <a:schemeClr val="tx2"/>
                </a:solidFill>
              </a:rPr>
              <a:t>készletet</a:t>
            </a:r>
            <a:endParaRPr sz="1600" dirty="0">
              <a:solidFill>
                <a:schemeClr val="tx2"/>
              </a:solidFill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2468880" y="2560320"/>
            <a:ext cx="2743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029200" y="2011680"/>
            <a:ext cx="201168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dirty="0" err="1">
                <a:solidFill>
                  <a:schemeClr val="tx2"/>
                </a:solidFill>
              </a:rPr>
              <a:t>Hiányzó</a:t>
            </a:r>
            <a:r>
              <a:rPr sz="1600" dirty="0">
                <a:solidFill>
                  <a:schemeClr val="tx2"/>
                </a:solidFill>
              </a:rPr>
              <a:t> </a:t>
            </a:r>
            <a:r>
              <a:rPr sz="1600" dirty="0" err="1">
                <a:solidFill>
                  <a:schemeClr val="tx2"/>
                </a:solidFill>
              </a:rPr>
              <a:t>elem</a:t>
            </a:r>
            <a:r>
              <a:rPr sz="1600" dirty="0">
                <a:solidFill>
                  <a:schemeClr val="tx2"/>
                </a:solidFill>
              </a:rPr>
              <a:t>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754880" y="2560320"/>
            <a:ext cx="2743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7315200" y="2011680"/>
            <a:ext cx="201168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dirty="0" err="1">
                <a:solidFill>
                  <a:schemeClr val="tx2"/>
                </a:solidFill>
              </a:rPr>
              <a:t>Hozzáadás</a:t>
            </a:r>
            <a:endParaRPr sz="1600" dirty="0">
              <a:solidFill>
                <a:schemeClr val="tx2"/>
              </a:solidFill>
            </a:endParaRPr>
          </a:p>
          <a:p>
            <a:r>
              <a:rPr sz="1600" dirty="0" err="1">
                <a:solidFill>
                  <a:schemeClr val="tx2"/>
                </a:solidFill>
              </a:rPr>
              <a:t>bevásárlólistához</a:t>
            </a:r>
            <a:endParaRPr sz="1600" dirty="0">
              <a:solidFill>
                <a:schemeClr val="tx2"/>
              </a:solidFill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7040880" y="2560320"/>
            <a:ext cx="2743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350933"/>
            <a:ext cx="8534400" cy="1507067"/>
          </a:xfrm>
        </p:spPr>
        <p:txBody>
          <a:bodyPr/>
          <a:lstStyle/>
          <a:p>
            <a:r>
              <a:rPr dirty="0" err="1"/>
              <a:t>Adatbázis</a:t>
            </a:r>
            <a:r>
              <a:rPr dirty="0"/>
              <a:t> </a:t>
            </a:r>
            <a:r>
              <a:rPr dirty="0" err="1"/>
              <a:t>struktúra</a:t>
            </a:r>
            <a:endParaRPr dirty="0"/>
          </a:p>
        </p:txBody>
      </p:sp>
      <p:pic>
        <p:nvPicPr>
          <p:cNvPr id="3" name="Picture 2" descr="adaszerkez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6021" y="0"/>
            <a:ext cx="6455979" cy="68668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9A9225C2-821D-4257-8F4B-9294A2A47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350933"/>
            <a:ext cx="8534400" cy="1507067"/>
          </a:xfrm>
        </p:spPr>
        <p:txBody>
          <a:bodyPr/>
          <a:lstStyle/>
          <a:p>
            <a:r>
              <a:rPr lang="hu-HU" b="1" dirty="0"/>
              <a:t>Köszönjük a figyelmüket !</a:t>
            </a:r>
          </a:p>
        </p:txBody>
      </p:sp>
    </p:spTree>
    <p:extLst>
      <p:ext uri="{BB962C8B-B14F-4D97-AF65-F5344CB8AC3E}">
        <p14:creationId xmlns:p14="http://schemas.microsoft.com/office/powerpoint/2010/main" val="4163104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zelet">
  <a:themeElements>
    <a:clrScheme name="1. egyéni séma">
      <a:dk1>
        <a:srgbClr val="146194"/>
      </a:dk1>
      <a:lt1>
        <a:srgbClr val="7030A0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zelet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zelet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TM02900771[[fn=Szelet]]</Template>
  <TotalTime>26</TotalTime>
  <Words>335</Words>
  <Application>Microsoft Office PowerPoint</Application>
  <PresentationFormat>Szélesvásznú</PresentationFormat>
  <Paragraphs>92</Paragraphs>
  <Slides>19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19</vt:i4>
      </vt:variant>
    </vt:vector>
  </HeadingPairs>
  <TitlesOfParts>
    <vt:vector size="23" baseType="lpstr">
      <vt:lpstr>Arial</vt:lpstr>
      <vt:lpstr>Century Gothic</vt:lpstr>
      <vt:lpstr>Wingdings 3</vt:lpstr>
      <vt:lpstr>Szelet</vt:lpstr>
      <vt:lpstr>Magic Fridge Intelligens hűtő- és kamrakezelő rendszer</vt:lpstr>
      <vt:lpstr>Problémafelvetés</vt:lpstr>
      <vt:lpstr>Megoldás</vt:lpstr>
      <vt:lpstr>Architektúra áttekintés</vt:lpstr>
      <vt:lpstr>Főbb modulok</vt:lpstr>
      <vt:lpstr>Bevásárlólista logika</vt:lpstr>
      <vt:lpstr>Célközönség</vt:lpstr>
      <vt:lpstr>Felhasználói folyamat</vt:lpstr>
      <vt:lpstr>Raktár kezelés működése</vt:lpstr>
      <vt:lpstr>Recept ellenőrzés logika</vt:lpstr>
      <vt:lpstr>Külső API használat</vt:lpstr>
      <vt:lpstr>Értesítési rendszer</vt:lpstr>
      <vt:lpstr>Biztonság</vt:lpstr>
      <vt:lpstr>Jövőbeli fejlesztések</vt:lpstr>
      <vt:lpstr>Rövid demo forgatókönyv</vt:lpstr>
      <vt:lpstr>Rendszer architektúra</vt:lpstr>
      <vt:lpstr>Bevásárlólista működési folyamat</vt:lpstr>
      <vt:lpstr>Adatbázis struktúra</vt:lpstr>
      <vt:lpstr>Köszönjük a figyelmüket !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Magic Fridge Intelligens hűtő- és kamrakezelő rendszer</dc:title>
  <dc:creator>Udvari Dominik</dc:creator>
  <cp:lastModifiedBy>Kecső Zoltán</cp:lastModifiedBy>
  <cp:revision>15</cp:revision>
  <dcterms:created xsi:type="dcterms:W3CDTF">2026-03-03T09:18:03Z</dcterms:created>
  <dcterms:modified xsi:type="dcterms:W3CDTF">2026-03-05T12:39:43Z</dcterms:modified>
</cp:coreProperties>
</file>