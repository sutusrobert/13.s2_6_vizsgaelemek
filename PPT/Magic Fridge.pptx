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300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291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54426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743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023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9736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02703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48153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33107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057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58868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31643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153722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73644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724489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47447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411081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77244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4FEEE99-8E01-453E-BB84-C9CA0F55D998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028634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37DB2E2-A9EF-46D6-87EE-4320B0440C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b="1" dirty="0" err="1">
                <a:solidFill>
                  <a:schemeClr val="bg2"/>
                </a:solidFill>
              </a:rPr>
              <a:t>Magic</a:t>
            </a:r>
            <a:r>
              <a:rPr lang="hu-HU" b="1" dirty="0">
                <a:solidFill>
                  <a:schemeClr val="bg2"/>
                </a:solidFill>
              </a:rPr>
              <a:t> </a:t>
            </a:r>
            <a:r>
              <a:rPr lang="hu-HU" b="1" dirty="0" err="1">
                <a:solidFill>
                  <a:schemeClr val="bg2"/>
                </a:solidFill>
              </a:rPr>
              <a:t>Fridge</a:t>
            </a:r>
            <a:br>
              <a:rPr lang="hu-HU" dirty="0"/>
            </a:br>
            <a:r>
              <a:rPr lang="hu-HU" dirty="0">
                <a:solidFill>
                  <a:srgbClr val="7030A0"/>
                </a:solidFill>
              </a:rPr>
              <a:t>Intelligens hűtő- és kamrakezelő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8B5F30B-1C06-4AFF-BE8B-C33F9B5FDA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b="1" dirty="0">
                <a:solidFill>
                  <a:srgbClr val="000000"/>
                </a:solidFill>
              </a:rPr>
              <a:t>Készítette:</a:t>
            </a:r>
            <a:br>
              <a:rPr lang="hu-HU" dirty="0">
                <a:solidFill>
                  <a:srgbClr val="000000"/>
                </a:solidFill>
              </a:rPr>
            </a:br>
            <a:r>
              <a:rPr lang="hu-HU" i="1" dirty="0" err="1">
                <a:solidFill>
                  <a:srgbClr val="000000"/>
                </a:solidFill>
              </a:rPr>
              <a:t>Sutús</a:t>
            </a:r>
            <a:r>
              <a:rPr lang="hu-HU" i="1" dirty="0">
                <a:solidFill>
                  <a:srgbClr val="000000"/>
                </a:solidFill>
              </a:rPr>
              <a:t> Róbert</a:t>
            </a:r>
            <a:br>
              <a:rPr lang="hu-HU" i="1" dirty="0">
                <a:solidFill>
                  <a:srgbClr val="000000"/>
                </a:solidFill>
              </a:rPr>
            </a:br>
            <a:r>
              <a:rPr lang="hu-HU" i="1" dirty="0">
                <a:solidFill>
                  <a:srgbClr val="000000"/>
                </a:solidFill>
              </a:rPr>
              <a:t>Udvari Dominik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AA27651-720A-4BA7-80AF-9C64E4026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9470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D84BE393-950C-4DFB-8153-B5F0BBEF4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412" y="2201767"/>
            <a:ext cx="5522912" cy="279356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F4D97FC-C81F-4ADB-A60E-335A38317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Problémafelvetés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87A28B3-A76D-4329-BC9E-A53E15965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Miben illetve hogyan is segítünk pontosan az emberek, családok számára.</a:t>
            </a:r>
            <a:endParaRPr lang="hu-HU" dirty="0"/>
          </a:p>
          <a:p>
            <a:pPr lvl="1"/>
            <a:r>
              <a:rPr lang="hu-HU" dirty="0">
                <a:solidFill>
                  <a:srgbClr val="000000"/>
                </a:solidFill>
              </a:rPr>
              <a:t>Élelmiszer-pazarlás csökkentése -&gt; Hamarosan lejáró termékekre való figyelemfelhívás</a:t>
            </a:r>
          </a:p>
          <a:p>
            <a:pPr lvl="1"/>
            <a:r>
              <a:rPr lang="hu-HU" dirty="0">
                <a:solidFill>
                  <a:srgbClr val="000000"/>
                </a:solidFill>
              </a:rPr>
              <a:t>Automatikus bevásárlólista</a:t>
            </a:r>
          </a:p>
          <a:p>
            <a:pPr lvl="1"/>
            <a:r>
              <a:rPr lang="hu-HU" dirty="0">
                <a:solidFill>
                  <a:srgbClr val="000000"/>
                </a:solidFill>
              </a:rPr>
              <a:t>Recept -&gt; raktár összevetés</a:t>
            </a:r>
          </a:p>
          <a:p>
            <a:pPr lvl="1"/>
            <a:endParaRPr lang="hu-HU" dirty="0">
              <a:solidFill>
                <a:srgbClr val="000000"/>
              </a:solidFill>
            </a:endParaRP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BF9A374-A833-427F-8C5F-25EEBC9D50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2134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3268F3-665C-4D52-AC4D-5798A3CC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Megoldás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B1B53DB-E20D-48F2-90AC-7278A5946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 err="1"/>
              <a:t>Magic</a:t>
            </a:r>
            <a:r>
              <a:rPr lang="hu-HU" b="1" dirty="0"/>
              <a:t> </a:t>
            </a:r>
            <a:r>
              <a:rPr lang="hu-HU" b="1" dirty="0" err="1"/>
              <a:t>Fridge</a:t>
            </a:r>
            <a:r>
              <a:rPr lang="hu-HU" b="1" dirty="0"/>
              <a:t> – a „megoldás”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Háztartás + Raktár + Bevásárlólista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Automatikus logika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Több felhasználós működés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CDE3D8B-872D-4D6D-939F-B2396429F1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DBE09674-D80B-4C28-8C28-D999A6BA6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200" y="275884"/>
            <a:ext cx="3717924" cy="274554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6BD642E-2512-44DA-ACDB-DE70918F47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7901" y="1805153"/>
            <a:ext cx="3594099" cy="280508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3F043C30-21D5-47E4-B1FA-E30EEF83A6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5691" y="3021428"/>
            <a:ext cx="3904629" cy="2828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6832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AC98F82-9057-4B7D-85E4-971D48F3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Architektúra áttekintés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9B8CCEE-BBE1-4FB8-9D14-F1FB329BD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Architektúra összeállítása a programunkban: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Frontend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Adatbázis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>
                <a:solidFill>
                  <a:srgbClr val="000000"/>
                </a:solidFill>
              </a:rPr>
              <a:t>Middleware</a:t>
            </a:r>
            <a:r>
              <a:rPr lang="hu-HU" dirty="0">
                <a:solidFill>
                  <a:srgbClr val="000000"/>
                </a:solidFill>
              </a:rPr>
              <a:t> védelem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Külső API integráció(receptekhez való hozzáférés)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Adatszerkezet</a:t>
            </a:r>
          </a:p>
          <a:p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C018E19-8D24-45E2-9106-A1B38623C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3983435-DA29-4720-812D-4906ACE391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974" y="335745"/>
            <a:ext cx="1171914" cy="182015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E945A3CB-8276-4B91-B4D9-22D7D5E1CC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8481" y="335745"/>
            <a:ext cx="2284522" cy="1820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8481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EBE6DC-DF52-43FD-8ADC-AE4170A65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Főbb modulok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28FCB4-1578-4901-8A3D-8A7CB0409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Rendszer funkciók: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Auth (regisztráció / login / logout)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Raktár kezelése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Bevásárlólista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Recept ellenőrzés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Háztartás kezelés</a:t>
            </a:r>
          </a:p>
          <a:p>
            <a:pPr lvl="1"/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D86D52B-A7AA-4976-BE82-FE6AA03536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22E1B217-BBD8-4CC1-BF8B-CA58FFB05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1619" y="499535"/>
            <a:ext cx="1791807" cy="35179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06BBBEF-98E1-4BF6-8762-8941F378C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3426" y="499535"/>
            <a:ext cx="3731478" cy="3000142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5F5C76B-D9C5-4760-8415-D5585D01D5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426" y="3499677"/>
            <a:ext cx="3745502" cy="2713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21917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893BF7-BD23-41AF-8D7B-2AF76957C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Bevásárlólista logika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765E1B2-375A-4284-8AE3-A7AEDB8D3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Fő lépések: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Elem listázása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Elemszám ellenőrzés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Hiány listázás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FD8F10B-87AC-4134-A140-06053C8C7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6F26A6F-168D-42B5-B76A-A5C1EFC67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4898" y="1020808"/>
            <a:ext cx="6847602" cy="1038288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99DFC7C0-1914-4953-8F92-B8B45D8BA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4898" y="2059096"/>
            <a:ext cx="6847602" cy="583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8223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1BD9F3-6937-47BC-8429-B98D246CD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162B03-F2C5-4E22-A064-F67F3C4301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082D8D0-0171-42A2-8393-3126257C7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76125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ED8A353-8955-4523-9045-1B8E71C21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Köszönjük a figyelmüket 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087952A-AB13-47A2-9D29-B134F37974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12740828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Szelet">
  <a:themeElements>
    <a:clrScheme name="1. egyéni séma">
      <a:dk1>
        <a:srgbClr val="146194"/>
      </a:dk1>
      <a:lt1>
        <a:srgbClr val="7030A0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zele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zele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TM02900771[[fn=Szelet]]</Template>
  <TotalTime>0</TotalTime>
  <Words>117</Words>
  <Application>Microsoft Office PowerPoint</Application>
  <PresentationFormat>Szélesvásznú</PresentationFormat>
  <Paragraphs>33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Arial</vt:lpstr>
      <vt:lpstr>Century Gothic</vt:lpstr>
      <vt:lpstr>Wingdings 3</vt:lpstr>
      <vt:lpstr>Szelet</vt:lpstr>
      <vt:lpstr>Magic Fridge Intelligens hűtő- és kamrakezelő rendszer</vt:lpstr>
      <vt:lpstr>Problémafelvetés</vt:lpstr>
      <vt:lpstr>Megoldás</vt:lpstr>
      <vt:lpstr>Architektúra áttekintés</vt:lpstr>
      <vt:lpstr>Főbb modulok</vt:lpstr>
      <vt:lpstr>Bevásárlólista logika</vt:lpstr>
      <vt:lpstr>PowerPoint-bemutató</vt:lpstr>
      <vt:lpstr>Köszönjük a figyelmüket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Magic Fridge Intelligens hűtő- és kamrakezelő rendszer</dc:title>
  <dc:creator>Udvari Dominik</dc:creator>
  <cp:lastModifiedBy>Udvari Dominik</cp:lastModifiedBy>
  <cp:revision>8</cp:revision>
  <dcterms:created xsi:type="dcterms:W3CDTF">2026-03-03T09:18:03Z</dcterms:created>
  <dcterms:modified xsi:type="dcterms:W3CDTF">2026-03-04T10:47:48Z</dcterms:modified>
</cp:coreProperties>
</file>